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AAC587-B914-461E-B05A-3382291257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03234B-4DB9-48FF-B5DB-4350C48F9EBA}">
      <dgm:prSet/>
      <dgm:spPr/>
      <dgm:t>
        <a:bodyPr/>
        <a:lstStyle/>
        <a:p>
          <a:r>
            <a:rPr lang="en-US"/>
            <a:t>C# OOP concepts</a:t>
          </a:r>
        </a:p>
      </dgm:t>
    </dgm:pt>
    <dgm:pt modelId="{EC19AB16-472A-47BB-A4F2-E43819D19D58}" type="parTrans" cxnId="{3496ED0D-D67D-4220-90C5-B9486F95492D}">
      <dgm:prSet/>
      <dgm:spPr/>
      <dgm:t>
        <a:bodyPr/>
        <a:lstStyle/>
        <a:p>
          <a:endParaRPr lang="en-US"/>
        </a:p>
      </dgm:t>
    </dgm:pt>
    <dgm:pt modelId="{007AC758-AE40-4C7D-A80E-409D8210D8BF}" type="sibTrans" cxnId="{3496ED0D-D67D-4220-90C5-B9486F95492D}">
      <dgm:prSet/>
      <dgm:spPr/>
      <dgm:t>
        <a:bodyPr/>
        <a:lstStyle/>
        <a:p>
          <a:endParaRPr lang="en-US"/>
        </a:p>
      </dgm:t>
    </dgm:pt>
    <dgm:pt modelId="{966C61E0-D774-4183-A322-963A65BA3D43}">
      <dgm:prSet/>
      <dgm:spPr/>
      <dgm:t>
        <a:bodyPr/>
        <a:lstStyle/>
        <a:p>
          <a:r>
            <a:rPr lang="en-US"/>
            <a:t>- Abstract Classes</a:t>
          </a:r>
        </a:p>
      </dgm:t>
    </dgm:pt>
    <dgm:pt modelId="{5AC6B759-0DAC-4601-9E36-966BF66E05E5}" type="parTrans" cxnId="{533B6C4A-D72F-4F73-BAC6-DBF2834F1BC5}">
      <dgm:prSet/>
      <dgm:spPr/>
      <dgm:t>
        <a:bodyPr/>
        <a:lstStyle/>
        <a:p>
          <a:endParaRPr lang="en-US"/>
        </a:p>
      </dgm:t>
    </dgm:pt>
    <dgm:pt modelId="{1841F739-2021-498C-98FE-C00FEBBEF6FE}" type="sibTrans" cxnId="{533B6C4A-D72F-4F73-BAC6-DBF2834F1BC5}">
      <dgm:prSet/>
      <dgm:spPr/>
      <dgm:t>
        <a:bodyPr/>
        <a:lstStyle/>
        <a:p>
          <a:endParaRPr lang="en-US"/>
        </a:p>
      </dgm:t>
    </dgm:pt>
    <dgm:pt modelId="{F103F130-F4EB-408E-A0DE-8EFF96A6972C}">
      <dgm:prSet/>
      <dgm:spPr/>
      <dgm:t>
        <a:bodyPr/>
        <a:lstStyle/>
        <a:p>
          <a:r>
            <a:rPr lang="en-US"/>
            <a:t>- Interfaces</a:t>
          </a:r>
        </a:p>
      </dgm:t>
    </dgm:pt>
    <dgm:pt modelId="{0C570DF0-7CB7-4DB2-8DA3-7790BD0083D2}" type="parTrans" cxnId="{05428075-983C-4888-9688-7B88BDE27ED8}">
      <dgm:prSet/>
      <dgm:spPr/>
      <dgm:t>
        <a:bodyPr/>
        <a:lstStyle/>
        <a:p>
          <a:endParaRPr lang="en-US"/>
        </a:p>
      </dgm:t>
    </dgm:pt>
    <dgm:pt modelId="{498491F1-0BA7-467B-9D92-3B46FF06A2D9}" type="sibTrans" cxnId="{05428075-983C-4888-9688-7B88BDE27ED8}">
      <dgm:prSet/>
      <dgm:spPr/>
      <dgm:t>
        <a:bodyPr/>
        <a:lstStyle/>
        <a:p>
          <a:endParaRPr lang="en-US"/>
        </a:p>
      </dgm:t>
    </dgm:pt>
    <dgm:pt modelId="{D251B1DB-B515-4E78-9300-126BED4143D6}">
      <dgm:prSet/>
      <dgm:spPr/>
      <dgm:t>
        <a:bodyPr/>
        <a:lstStyle/>
        <a:p>
          <a:r>
            <a:rPr lang="en-US"/>
            <a:t>- Implementation</a:t>
          </a:r>
        </a:p>
      </dgm:t>
    </dgm:pt>
    <dgm:pt modelId="{5CD3D66B-274F-467A-A87C-94AC6E667A87}" type="parTrans" cxnId="{7A3A0FC4-BBB3-4B64-B099-8CFF5CD46785}">
      <dgm:prSet/>
      <dgm:spPr/>
      <dgm:t>
        <a:bodyPr/>
        <a:lstStyle/>
        <a:p>
          <a:endParaRPr lang="en-US"/>
        </a:p>
      </dgm:t>
    </dgm:pt>
    <dgm:pt modelId="{47CDB007-ED38-4043-9685-7F03FE9FCE19}" type="sibTrans" cxnId="{7A3A0FC4-BBB3-4B64-B099-8CFF5CD46785}">
      <dgm:prSet/>
      <dgm:spPr/>
      <dgm:t>
        <a:bodyPr/>
        <a:lstStyle/>
        <a:p>
          <a:endParaRPr lang="en-US"/>
        </a:p>
      </dgm:t>
    </dgm:pt>
    <dgm:pt modelId="{49ADE3C1-EC92-47B7-AA51-E7C88EAAFACA}">
      <dgm:prSet/>
      <dgm:spPr/>
      <dgm:t>
        <a:bodyPr/>
        <a:lstStyle/>
        <a:p>
          <a:r>
            <a:rPr lang="en-US"/>
            <a:t>- Differences</a:t>
          </a:r>
        </a:p>
      </dgm:t>
    </dgm:pt>
    <dgm:pt modelId="{7BE07105-24F2-471C-9247-40DC7A432E1A}" type="parTrans" cxnId="{D43A1DD3-0FDA-4400-99AF-B2E0E2ADA445}">
      <dgm:prSet/>
      <dgm:spPr/>
      <dgm:t>
        <a:bodyPr/>
        <a:lstStyle/>
        <a:p>
          <a:endParaRPr lang="en-US"/>
        </a:p>
      </dgm:t>
    </dgm:pt>
    <dgm:pt modelId="{4DF64361-BE1E-42BD-8672-85CC8E05ED5D}" type="sibTrans" cxnId="{D43A1DD3-0FDA-4400-99AF-B2E0E2ADA445}">
      <dgm:prSet/>
      <dgm:spPr/>
      <dgm:t>
        <a:bodyPr/>
        <a:lstStyle/>
        <a:p>
          <a:endParaRPr lang="en-US"/>
        </a:p>
      </dgm:t>
    </dgm:pt>
    <dgm:pt modelId="{7B01C3A2-51A3-4E5E-88A4-2EA916AA1471}">
      <dgm:prSet/>
      <dgm:spPr/>
      <dgm:t>
        <a:bodyPr/>
        <a:lstStyle/>
        <a:p>
          <a:r>
            <a:rPr lang="en-US"/>
            <a:t>- Hands-on Lab</a:t>
          </a:r>
        </a:p>
      </dgm:t>
    </dgm:pt>
    <dgm:pt modelId="{16BDB8E8-3245-41DB-A09D-B376AD8A93E9}" type="parTrans" cxnId="{58920BED-E42F-4946-8367-E71C11DDE811}">
      <dgm:prSet/>
      <dgm:spPr/>
      <dgm:t>
        <a:bodyPr/>
        <a:lstStyle/>
        <a:p>
          <a:endParaRPr lang="en-US"/>
        </a:p>
      </dgm:t>
    </dgm:pt>
    <dgm:pt modelId="{11FA6E30-7EFF-4A3E-BD49-041585BA4B34}" type="sibTrans" cxnId="{58920BED-E42F-4946-8367-E71C11DDE811}">
      <dgm:prSet/>
      <dgm:spPr/>
      <dgm:t>
        <a:bodyPr/>
        <a:lstStyle/>
        <a:p>
          <a:endParaRPr lang="en-US"/>
        </a:p>
      </dgm:t>
    </dgm:pt>
    <dgm:pt modelId="{1CB380DC-D40E-490F-8D39-208861500D70}" type="pres">
      <dgm:prSet presAssocID="{6EAAC587-B914-461E-B05A-338229125725}" presName="root" presStyleCnt="0">
        <dgm:presLayoutVars>
          <dgm:dir/>
          <dgm:resizeHandles val="exact"/>
        </dgm:presLayoutVars>
      </dgm:prSet>
      <dgm:spPr/>
    </dgm:pt>
    <dgm:pt modelId="{84746B7F-E2B9-42EB-AAA1-4FE0FD517D69}" type="pres">
      <dgm:prSet presAssocID="{6603234B-4DB9-48FF-B5DB-4350C48F9EBA}" presName="compNode" presStyleCnt="0"/>
      <dgm:spPr/>
    </dgm:pt>
    <dgm:pt modelId="{D50B798F-193C-4AB1-9206-2D27710B738D}" type="pres">
      <dgm:prSet presAssocID="{6603234B-4DB9-48FF-B5DB-4350C48F9EBA}" presName="bgRect" presStyleLbl="bgShp" presStyleIdx="0" presStyleCnt="6"/>
      <dgm:spPr/>
    </dgm:pt>
    <dgm:pt modelId="{ECF6D805-9DE4-44D2-AE1E-5183830EFFE2}" type="pres">
      <dgm:prSet presAssocID="{6603234B-4DB9-48FF-B5DB-4350C48F9EB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B7AE8CB-3B15-457C-AEA9-EA438AB9D07E}" type="pres">
      <dgm:prSet presAssocID="{6603234B-4DB9-48FF-B5DB-4350C48F9EBA}" presName="spaceRect" presStyleCnt="0"/>
      <dgm:spPr/>
    </dgm:pt>
    <dgm:pt modelId="{49A4EC45-C1E9-4634-8141-5977B7C3A9B2}" type="pres">
      <dgm:prSet presAssocID="{6603234B-4DB9-48FF-B5DB-4350C48F9EBA}" presName="parTx" presStyleLbl="revTx" presStyleIdx="0" presStyleCnt="6">
        <dgm:presLayoutVars>
          <dgm:chMax val="0"/>
          <dgm:chPref val="0"/>
        </dgm:presLayoutVars>
      </dgm:prSet>
      <dgm:spPr/>
    </dgm:pt>
    <dgm:pt modelId="{1C82D71D-5AC8-49AF-B047-68B8E57AABA3}" type="pres">
      <dgm:prSet presAssocID="{007AC758-AE40-4C7D-A80E-409D8210D8BF}" presName="sibTrans" presStyleCnt="0"/>
      <dgm:spPr/>
    </dgm:pt>
    <dgm:pt modelId="{EF796708-7552-4446-B280-CB70B68F7E59}" type="pres">
      <dgm:prSet presAssocID="{966C61E0-D774-4183-A322-963A65BA3D43}" presName="compNode" presStyleCnt="0"/>
      <dgm:spPr/>
    </dgm:pt>
    <dgm:pt modelId="{54814507-C603-414F-B9AB-5C2130886AB9}" type="pres">
      <dgm:prSet presAssocID="{966C61E0-D774-4183-A322-963A65BA3D43}" presName="bgRect" presStyleLbl="bgShp" presStyleIdx="1" presStyleCnt="6"/>
      <dgm:spPr/>
    </dgm:pt>
    <dgm:pt modelId="{3042EA1F-D94C-459A-8988-5546ECBB29F3}" type="pres">
      <dgm:prSet presAssocID="{966C61E0-D774-4183-A322-963A65BA3D43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5A04BC6-6F3B-4B8E-8812-B6111F486BC5}" type="pres">
      <dgm:prSet presAssocID="{966C61E0-D774-4183-A322-963A65BA3D43}" presName="spaceRect" presStyleCnt="0"/>
      <dgm:spPr/>
    </dgm:pt>
    <dgm:pt modelId="{75DB7269-A10E-4106-B22E-7BE7200E4D6E}" type="pres">
      <dgm:prSet presAssocID="{966C61E0-D774-4183-A322-963A65BA3D43}" presName="parTx" presStyleLbl="revTx" presStyleIdx="1" presStyleCnt="6">
        <dgm:presLayoutVars>
          <dgm:chMax val="0"/>
          <dgm:chPref val="0"/>
        </dgm:presLayoutVars>
      </dgm:prSet>
      <dgm:spPr/>
    </dgm:pt>
    <dgm:pt modelId="{F2E1CE22-1906-43EE-8D6C-65D3CAE5D7FF}" type="pres">
      <dgm:prSet presAssocID="{1841F739-2021-498C-98FE-C00FEBBEF6FE}" presName="sibTrans" presStyleCnt="0"/>
      <dgm:spPr/>
    </dgm:pt>
    <dgm:pt modelId="{32D06424-1932-4BFC-B13A-40620F5F83BB}" type="pres">
      <dgm:prSet presAssocID="{F103F130-F4EB-408E-A0DE-8EFF96A6972C}" presName="compNode" presStyleCnt="0"/>
      <dgm:spPr/>
    </dgm:pt>
    <dgm:pt modelId="{4010E8E5-C4A4-42E5-B8D3-21011704DE46}" type="pres">
      <dgm:prSet presAssocID="{F103F130-F4EB-408E-A0DE-8EFF96A6972C}" presName="bgRect" presStyleLbl="bgShp" presStyleIdx="2" presStyleCnt="6"/>
      <dgm:spPr/>
    </dgm:pt>
    <dgm:pt modelId="{900628CB-B87C-41E5-A242-AF353237487E}" type="pres">
      <dgm:prSet presAssocID="{F103F130-F4EB-408E-A0DE-8EFF96A6972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3824DF7-F69B-499F-918F-FEAD8897447F}" type="pres">
      <dgm:prSet presAssocID="{F103F130-F4EB-408E-A0DE-8EFF96A6972C}" presName="spaceRect" presStyleCnt="0"/>
      <dgm:spPr/>
    </dgm:pt>
    <dgm:pt modelId="{17141199-FC06-4287-9A6E-5C9C5638317F}" type="pres">
      <dgm:prSet presAssocID="{F103F130-F4EB-408E-A0DE-8EFF96A6972C}" presName="parTx" presStyleLbl="revTx" presStyleIdx="2" presStyleCnt="6">
        <dgm:presLayoutVars>
          <dgm:chMax val="0"/>
          <dgm:chPref val="0"/>
        </dgm:presLayoutVars>
      </dgm:prSet>
      <dgm:spPr/>
    </dgm:pt>
    <dgm:pt modelId="{DD89B445-55A7-46BE-8D77-7F1FF6D8E8B7}" type="pres">
      <dgm:prSet presAssocID="{498491F1-0BA7-467B-9D92-3B46FF06A2D9}" presName="sibTrans" presStyleCnt="0"/>
      <dgm:spPr/>
    </dgm:pt>
    <dgm:pt modelId="{1AE9D1F0-F269-4977-8948-5E26DF418C03}" type="pres">
      <dgm:prSet presAssocID="{D251B1DB-B515-4E78-9300-126BED4143D6}" presName="compNode" presStyleCnt="0"/>
      <dgm:spPr/>
    </dgm:pt>
    <dgm:pt modelId="{30FC45D7-4560-4CF4-82DA-E67923803BFB}" type="pres">
      <dgm:prSet presAssocID="{D251B1DB-B515-4E78-9300-126BED4143D6}" presName="bgRect" presStyleLbl="bgShp" presStyleIdx="3" presStyleCnt="6"/>
      <dgm:spPr/>
    </dgm:pt>
    <dgm:pt modelId="{75EF2034-797C-4838-BE5D-06A98B9B77FA}" type="pres">
      <dgm:prSet presAssocID="{D251B1DB-B515-4E78-9300-126BED4143D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F2FF8A9-8BAC-42F5-B55B-E151F6730A95}" type="pres">
      <dgm:prSet presAssocID="{D251B1DB-B515-4E78-9300-126BED4143D6}" presName="spaceRect" presStyleCnt="0"/>
      <dgm:spPr/>
    </dgm:pt>
    <dgm:pt modelId="{1AE31B1E-9A27-4822-8C26-8B0667CC29A8}" type="pres">
      <dgm:prSet presAssocID="{D251B1DB-B515-4E78-9300-126BED4143D6}" presName="parTx" presStyleLbl="revTx" presStyleIdx="3" presStyleCnt="6">
        <dgm:presLayoutVars>
          <dgm:chMax val="0"/>
          <dgm:chPref val="0"/>
        </dgm:presLayoutVars>
      </dgm:prSet>
      <dgm:spPr/>
    </dgm:pt>
    <dgm:pt modelId="{5789B177-1A8F-4E60-9FB2-591A84133667}" type="pres">
      <dgm:prSet presAssocID="{47CDB007-ED38-4043-9685-7F03FE9FCE19}" presName="sibTrans" presStyleCnt="0"/>
      <dgm:spPr/>
    </dgm:pt>
    <dgm:pt modelId="{F728E905-9034-449D-9F14-9E71436A7F96}" type="pres">
      <dgm:prSet presAssocID="{49ADE3C1-EC92-47B7-AA51-E7C88EAAFACA}" presName="compNode" presStyleCnt="0"/>
      <dgm:spPr/>
    </dgm:pt>
    <dgm:pt modelId="{6FBBF923-8298-483F-805C-705DBA927586}" type="pres">
      <dgm:prSet presAssocID="{49ADE3C1-EC92-47B7-AA51-E7C88EAAFACA}" presName="bgRect" presStyleLbl="bgShp" presStyleIdx="4" presStyleCnt="6"/>
      <dgm:spPr/>
    </dgm:pt>
    <dgm:pt modelId="{7935AD30-366C-4666-B9F8-E24CFA94BC63}" type="pres">
      <dgm:prSet presAssocID="{49ADE3C1-EC92-47B7-AA51-E7C88EAAFACA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D5612CEA-5FA8-411F-9F4C-8F000026C195}" type="pres">
      <dgm:prSet presAssocID="{49ADE3C1-EC92-47B7-AA51-E7C88EAAFACA}" presName="spaceRect" presStyleCnt="0"/>
      <dgm:spPr/>
    </dgm:pt>
    <dgm:pt modelId="{B24576E9-702E-45D1-B048-6428EC0FFEFB}" type="pres">
      <dgm:prSet presAssocID="{49ADE3C1-EC92-47B7-AA51-E7C88EAAFACA}" presName="parTx" presStyleLbl="revTx" presStyleIdx="4" presStyleCnt="6">
        <dgm:presLayoutVars>
          <dgm:chMax val="0"/>
          <dgm:chPref val="0"/>
        </dgm:presLayoutVars>
      </dgm:prSet>
      <dgm:spPr/>
    </dgm:pt>
    <dgm:pt modelId="{249C6223-20FA-40C2-A402-ABC7BE6FD823}" type="pres">
      <dgm:prSet presAssocID="{4DF64361-BE1E-42BD-8672-85CC8E05ED5D}" presName="sibTrans" presStyleCnt="0"/>
      <dgm:spPr/>
    </dgm:pt>
    <dgm:pt modelId="{BD429143-FEBB-46B3-9EF1-5B83E945D1F6}" type="pres">
      <dgm:prSet presAssocID="{7B01C3A2-51A3-4E5E-88A4-2EA916AA1471}" presName="compNode" presStyleCnt="0"/>
      <dgm:spPr/>
    </dgm:pt>
    <dgm:pt modelId="{53C6C2DD-28AF-4DDB-8BA0-194AA70E6D95}" type="pres">
      <dgm:prSet presAssocID="{7B01C3A2-51A3-4E5E-88A4-2EA916AA1471}" presName="bgRect" presStyleLbl="bgShp" presStyleIdx="5" presStyleCnt="6"/>
      <dgm:spPr/>
    </dgm:pt>
    <dgm:pt modelId="{B43E71EB-DC7C-461C-A16B-C77FA893E335}" type="pres">
      <dgm:prSet presAssocID="{7B01C3A2-51A3-4E5E-88A4-2EA916AA147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"/>
        </a:ext>
      </dgm:extLst>
    </dgm:pt>
    <dgm:pt modelId="{EF456E39-2437-495F-B6D9-4A436173FFAE}" type="pres">
      <dgm:prSet presAssocID="{7B01C3A2-51A3-4E5E-88A4-2EA916AA1471}" presName="spaceRect" presStyleCnt="0"/>
      <dgm:spPr/>
    </dgm:pt>
    <dgm:pt modelId="{372F9C60-CE7D-4C9C-AE69-B5A7DCF2B96A}" type="pres">
      <dgm:prSet presAssocID="{7B01C3A2-51A3-4E5E-88A4-2EA916AA147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496ED0D-D67D-4220-90C5-B9486F95492D}" srcId="{6EAAC587-B914-461E-B05A-338229125725}" destId="{6603234B-4DB9-48FF-B5DB-4350C48F9EBA}" srcOrd="0" destOrd="0" parTransId="{EC19AB16-472A-47BB-A4F2-E43819D19D58}" sibTransId="{007AC758-AE40-4C7D-A80E-409D8210D8BF}"/>
    <dgm:cxn modelId="{F9CF033D-9D62-444A-AEBE-D52D8A4927DE}" type="presOf" srcId="{7B01C3A2-51A3-4E5E-88A4-2EA916AA1471}" destId="{372F9C60-CE7D-4C9C-AE69-B5A7DCF2B96A}" srcOrd="0" destOrd="0" presId="urn:microsoft.com/office/officeart/2018/2/layout/IconVerticalSolidList"/>
    <dgm:cxn modelId="{3DB2395F-851B-4BDE-83DD-A581327EC1AA}" type="presOf" srcId="{966C61E0-D774-4183-A322-963A65BA3D43}" destId="{75DB7269-A10E-4106-B22E-7BE7200E4D6E}" srcOrd="0" destOrd="0" presId="urn:microsoft.com/office/officeart/2018/2/layout/IconVerticalSolidList"/>
    <dgm:cxn modelId="{943AE443-BF1F-456D-8C00-F0D1ECA405FF}" type="presOf" srcId="{6603234B-4DB9-48FF-B5DB-4350C48F9EBA}" destId="{49A4EC45-C1E9-4634-8141-5977B7C3A9B2}" srcOrd="0" destOrd="0" presId="urn:microsoft.com/office/officeart/2018/2/layout/IconVerticalSolidList"/>
    <dgm:cxn modelId="{533B6C4A-D72F-4F73-BAC6-DBF2834F1BC5}" srcId="{6EAAC587-B914-461E-B05A-338229125725}" destId="{966C61E0-D774-4183-A322-963A65BA3D43}" srcOrd="1" destOrd="0" parTransId="{5AC6B759-0DAC-4601-9E36-966BF66E05E5}" sibTransId="{1841F739-2021-498C-98FE-C00FEBBEF6FE}"/>
    <dgm:cxn modelId="{05428075-983C-4888-9688-7B88BDE27ED8}" srcId="{6EAAC587-B914-461E-B05A-338229125725}" destId="{F103F130-F4EB-408E-A0DE-8EFF96A6972C}" srcOrd="2" destOrd="0" parTransId="{0C570DF0-7CB7-4DB2-8DA3-7790BD0083D2}" sibTransId="{498491F1-0BA7-467B-9D92-3B46FF06A2D9}"/>
    <dgm:cxn modelId="{2B51F77D-0690-47BC-9421-3C33CB06D613}" type="presOf" srcId="{D251B1DB-B515-4E78-9300-126BED4143D6}" destId="{1AE31B1E-9A27-4822-8C26-8B0667CC29A8}" srcOrd="0" destOrd="0" presId="urn:microsoft.com/office/officeart/2018/2/layout/IconVerticalSolidList"/>
    <dgm:cxn modelId="{83773A8F-E6ED-4406-8213-4E692E9D98E7}" type="presOf" srcId="{F103F130-F4EB-408E-A0DE-8EFF96A6972C}" destId="{17141199-FC06-4287-9A6E-5C9C5638317F}" srcOrd="0" destOrd="0" presId="urn:microsoft.com/office/officeart/2018/2/layout/IconVerticalSolidList"/>
    <dgm:cxn modelId="{621891C2-050A-4E46-98A5-2BD9F1C524A1}" type="presOf" srcId="{49ADE3C1-EC92-47B7-AA51-E7C88EAAFACA}" destId="{B24576E9-702E-45D1-B048-6428EC0FFEFB}" srcOrd="0" destOrd="0" presId="urn:microsoft.com/office/officeart/2018/2/layout/IconVerticalSolidList"/>
    <dgm:cxn modelId="{7A3A0FC4-BBB3-4B64-B099-8CFF5CD46785}" srcId="{6EAAC587-B914-461E-B05A-338229125725}" destId="{D251B1DB-B515-4E78-9300-126BED4143D6}" srcOrd="3" destOrd="0" parTransId="{5CD3D66B-274F-467A-A87C-94AC6E667A87}" sibTransId="{47CDB007-ED38-4043-9685-7F03FE9FCE19}"/>
    <dgm:cxn modelId="{D43A1DD3-0FDA-4400-99AF-B2E0E2ADA445}" srcId="{6EAAC587-B914-461E-B05A-338229125725}" destId="{49ADE3C1-EC92-47B7-AA51-E7C88EAAFACA}" srcOrd="4" destOrd="0" parTransId="{7BE07105-24F2-471C-9247-40DC7A432E1A}" sibTransId="{4DF64361-BE1E-42BD-8672-85CC8E05ED5D}"/>
    <dgm:cxn modelId="{C97A38EA-7ABD-45BC-BE72-A5929011C33C}" type="presOf" srcId="{6EAAC587-B914-461E-B05A-338229125725}" destId="{1CB380DC-D40E-490F-8D39-208861500D70}" srcOrd="0" destOrd="0" presId="urn:microsoft.com/office/officeart/2018/2/layout/IconVerticalSolidList"/>
    <dgm:cxn modelId="{58920BED-E42F-4946-8367-E71C11DDE811}" srcId="{6EAAC587-B914-461E-B05A-338229125725}" destId="{7B01C3A2-51A3-4E5E-88A4-2EA916AA1471}" srcOrd="5" destOrd="0" parTransId="{16BDB8E8-3245-41DB-A09D-B376AD8A93E9}" sibTransId="{11FA6E30-7EFF-4A3E-BD49-041585BA4B34}"/>
    <dgm:cxn modelId="{2890C467-7733-4728-88C9-C56FCD3F0434}" type="presParOf" srcId="{1CB380DC-D40E-490F-8D39-208861500D70}" destId="{84746B7F-E2B9-42EB-AAA1-4FE0FD517D69}" srcOrd="0" destOrd="0" presId="urn:microsoft.com/office/officeart/2018/2/layout/IconVerticalSolidList"/>
    <dgm:cxn modelId="{4B337322-0CFF-4B92-A70D-F82AD71C1DBB}" type="presParOf" srcId="{84746B7F-E2B9-42EB-AAA1-4FE0FD517D69}" destId="{D50B798F-193C-4AB1-9206-2D27710B738D}" srcOrd="0" destOrd="0" presId="urn:microsoft.com/office/officeart/2018/2/layout/IconVerticalSolidList"/>
    <dgm:cxn modelId="{F2A21BF3-32F6-4CDB-BE5E-081F3810E402}" type="presParOf" srcId="{84746B7F-E2B9-42EB-AAA1-4FE0FD517D69}" destId="{ECF6D805-9DE4-44D2-AE1E-5183830EFFE2}" srcOrd="1" destOrd="0" presId="urn:microsoft.com/office/officeart/2018/2/layout/IconVerticalSolidList"/>
    <dgm:cxn modelId="{2DC057B9-F20E-4024-B059-9F43091D4BDD}" type="presParOf" srcId="{84746B7F-E2B9-42EB-AAA1-4FE0FD517D69}" destId="{7B7AE8CB-3B15-457C-AEA9-EA438AB9D07E}" srcOrd="2" destOrd="0" presId="urn:microsoft.com/office/officeart/2018/2/layout/IconVerticalSolidList"/>
    <dgm:cxn modelId="{1454FA13-6C9E-4524-87A6-8F7E3D313FFB}" type="presParOf" srcId="{84746B7F-E2B9-42EB-AAA1-4FE0FD517D69}" destId="{49A4EC45-C1E9-4634-8141-5977B7C3A9B2}" srcOrd="3" destOrd="0" presId="urn:microsoft.com/office/officeart/2018/2/layout/IconVerticalSolidList"/>
    <dgm:cxn modelId="{3DD283E5-CEBB-4E71-90D3-A47D85D2D10F}" type="presParOf" srcId="{1CB380DC-D40E-490F-8D39-208861500D70}" destId="{1C82D71D-5AC8-49AF-B047-68B8E57AABA3}" srcOrd="1" destOrd="0" presId="urn:microsoft.com/office/officeart/2018/2/layout/IconVerticalSolidList"/>
    <dgm:cxn modelId="{266A4B82-5B43-43D8-A313-10AD3680083D}" type="presParOf" srcId="{1CB380DC-D40E-490F-8D39-208861500D70}" destId="{EF796708-7552-4446-B280-CB70B68F7E59}" srcOrd="2" destOrd="0" presId="urn:microsoft.com/office/officeart/2018/2/layout/IconVerticalSolidList"/>
    <dgm:cxn modelId="{B0C03EB3-4A3E-41AB-9FDD-07BE4EB5FC71}" type="presParOf" srcId="{EF796708-7552-4446-B280-CB70B68F7E59}" destId="{54814507-C603-414F-B9AB-5C2130886AB9}" srcOrd="0" destOrd="0" presId="urn:microsoft.com/office/officeart/2018/2/layout/IconVerticalSolidList"/>
    <dgm:cxn modelId="{B7704659-E690-4390-9D77-F2C80E1EED09}" type="presParOf" srcId="{EF796708-7552-4446-B280-CB70B68F7E59}" destId="{3042EA1F-D94C-459A-8988-5546ECBB29F3}" srcOrd="1" destOrd="0" presId="urn:microsoft.com/office/officeart/2018/2/layout/IconVerticalSolidList"/>
    <dgm:cxn modelId="{5BC70168-D7C0-4321-930E-13119AEC037D}" type="presParOf" srcId="{EF796708-7552-4446-B280-CB70B68F7E59}" destId="{85A04BC6-6F3B-4B8E-8812-B6111F486BC5}" srcOrd="2" destOrd="0" presId="urn:microsoft.com/office/officeart/2018/2/layout/IconVerticalSolidList"/>
    <dgm:cxn modelId="{E48AB57E-7DAC-45B9-8039-99B5EA63A65F}" type="presParOf" srcId="{EF796708-7552-4446-B280-CB70B68F7E59}" destId="{75DB7269-A10E-4106-B22E-7BE7200E4D6E}" srcOrd="3" destOrd="0" presId="urn:microsoft.com/office/officeart/2018/2/layout/IconVerticalSolidList"/>
    <dgm:cxn modelId="{321C52ED-8595-4F83-90B9-9A79800CBF7B}" type="presParOf" srcId="{1CB380DC-D40E-490F-8D39-208861500D70}" destId="{F2E1CE22-1906-43EE-8D6C-65D3CAE5D7FF}" srcOrd="3" destOrd="0" presId="urn:microsoft.com/office/officeart/2018/2/layout/IconVerticalSolidList"/>
    <dgm:cxn modelId="{F165554B-B0A3-4E8F-A88A-BF3D0230A7F1}" type="presParOf" srcId="{1CB380DC-D40E-490F-8D39-208861500D70}" destId="{32D06424-1932-4BFC-B13A-40620F5F83BB}" srcOrd="4" destOrd="0" presId="urn:microsoft.com/office/officeart/2018/2/layout/IconVerticalSolidList"/>
    <dgm:cxn modelId="{2B3A98F9-CA34-4B14-9D04-56BAC3ED07EF}" type="presParOf" srcId="{32D06424-1932-4BFC-B13A-40620F5F83BB}" destId="{4010E8E5-C4A4-42E5-B8D3-21011704DE46}" srcOrd="0" destOrd="0" presId="urn:microsoft.com/office/officeart/2018/2/layout/IconVerticalSolidList"/>
    <dgm:cxn modelId="{E272EBD3-A54A-4675-9C95-01838099A51E}" type="presParOf" srcId="{32D06424-1932-4BFC-B13A-40620F5F83BB}" destId="{900628CB-B87C-41E5-A242-AF353237487E}" srcOrd="1" destOrd="0" presId="urn:microsoft.com/office/officeart/2018/2/layout/IconVerticalSolidList"/>
    <dgm:cxn modelId="{542C0F33-45CF-4CFC-91C5-2D67442F0A90}" type="presParOf" srcId="{32D06424-1932-4BFC-B13A-40620F5F83BB}" destId="{13824DF7-F69B-499F-918F-FEAD8897447F}" srcOrd="2" destOrd="0" presId="urn:microsoft.com/office/officeart/2018/2/layout/IconVerticalSolidList"/>
    <dgm:cxn modelId="{A10FE03E-9A9B-482A-B524-B6EF4A0A1BA5}" type="presParOf" srcId="{32D06424-1932-4BFC-B13A-40620F5F83BB}" destId="{17141199-FC06-4287-9A6E-5C9C5638317F}" srcOrd="3" destOrd="0" presId="urn:microsoft.com/office/officeart/2018/2/layout/IconVerticalSolidList"/>
    <dgm:cxn modelId="{F6DF2A7F-E4A1-4C7C-A3EA-E192228A46AC}" type="presParOf" srcId="{1CB380DC-D40E-490F-8D39-208861500D70}" destId="{DD89B445-55A7-46BE-8D77-7F1FF6D8E8B7}" srcOrd="5" destOrd="0" presId="urn:microsoft.com/office/officeart/2018/2/layout/IconVerticalSolidList"/>
    <dgm:cxn modelId="{003EB327-EE57-4946-B43A-8FB0311D2B84}" type="presParOf" srcId="{1CB380DC-D40E-490F-8D39-208861500D70}" destId="{1AE9D1F0-F269-4977-8948-5E26DF418C03}" srcOrd="6" destOrd="0" presId="urn:microsoft.com/office/officeart/2018/2/layout/IconVerticalSolidList"/>
    <dgm:cxn modelId="{91526A05-F3FD-4A5E-8833-25362A254741}" type="presParOf" srcId="{1AE9D1F0-F269-4977-8948-5E26DF418C03}" destId="{30FC45D7-4560-4CF4-82DA-E67923803BFB}" srcOrd="0" destOrd="0" presId="urn:microsoft.com/office/officeart/2018/2/layout/IconVerticalSolidList"/>
    <dgm:cxn modelId="{B28B121F-09F3-4629-A91E-55749BD387F0}" type="presParOf" srcId="{1AE9D1F0-F269-4977-8948-5E26DF418C03}" destId="{75EF2034-797C-4838-BE5D-06A98B9B77FA}" srcOrd="1" destOrd="0" presId="urn:microsoft.com/office/officeart/2018/2/layout/IconVerticalSolidList"/>
    <dgm:cxn modelId="{F1289C13-BEF8-4F1F-A412-EF4A3A9EB8AA}" type="presParOf" srcId="{1AE9D1F0-F269-4977-8948-5E26DF418C03}" destId="{9F2FF8A9-8BAC-42F5-B55B-E151F6730A95}" srcOrd="2" destOrd="0" presId="urn:microsoft.com/office/officeart/2018/2/layout/IconVerticalSolidList"/>
    <dgm:cxn modelId="{9B4858CB-0272-4B04-A4D2-985F64912A0C}" type="presParOf" srcId="{1AE9D1F0-F269-4977-8948-5E26DF418C03}" destId="{1AE31B1E-9A27-4822-8C26-8B0667CC29A8}" srcOrd="3" destOrd="0" presId="urn:microsoft.com/office/officeart/2018/2/layout/IconVerticalSolidList"/>
    <dgm:cxn modelId="{5E429E0B-A3A6-481C-89CB-D2170429E623}" type="presParOf" srcId="{1CB380DC-D40E-490F-8D39-208861500D70}" destId="{5789B177-1A8F-4E60-9FB2-591A84133667}" srcOrd="7" destOrd="0" presId="urn:microsoft.com/office/officeart/2018/2/layout/IconVerticalSolidList"/>
    <dgm:cxn modelId="{A67A5D4D-4D43-4975-A4C7-DA9BDD40D3F2}" type="presParOf" srcId="{1CB380DC-D40E-490F-8D39-208861500D70}" destId="{F728E905-9034-449D-9F14-9E71436A7F96}" srcOrd="8" destOrd="0" presId="urn:microsoft.com/office/officeart/2018/2/layout/IconVerticalSolidList"/>
    <dgm:cxn modelId="{F54AEC5A-EE6D-4AB0-9A8D-85138120D378}" type="presParOf" srcId="{F728E905-9034-449D-9F14-9E71436A7F96}" destId="{6FBBF923-8298-483F-805C-705DBA927586}" srcOrd="0" destOrd="0" presId="urn:microsoft.com/office/officeart/2018/2/layout/IconVerticalSolidList"/>
    <dgm:cxn modelId="{FEF38CCF-1D68-4820-919B-35085298AD15}" type="presParOf" srcId="{F728E905-9034-449D-9F14-9E71436A7F96}" destId="{7935AD30-366C-4666-B9F8-E24CFA94BC63}" srcOrd="1" destOrd="0" presId="urn:microsoft.com/office/officeart/2018/2/layout/IconVerticalSolidList"/>
    <dgm:cxn modelId="{0E3E6907-E5AE-4F15-B66D-86573F8B37C8}" type="presParOf" srcId="{F728E905-9034-449D-9F14-9E71436A7F96}" destId="{D5612CEA-5FA8-411F-9F4C-8F000026C195}" srcOrd="2" destOrd="0" presId="urn:microsoft.com/office/officeart/2018/2/layout/IconVerticalSolidList"/>
    <dgm:cxn modelId="{90DFD88E-B160-4BA3-AAF1-30B15C7094C5}" type="presParOf" srcId="{F728E905-9034-449D-9F14-9E71436A7F96}" destId="{B24576E9-702E-45D1-B048-6428EC0FFEFB}" srcOrd="3" destOrd="0" presId="urn:microsoft.com/office/officeart/2018/2/layout/IconVerticalSolidList"/>
    <dgm:cxn modelId="{CDBF610F-650B-4482-AA21-76F4947B261B}" type="presParOf" srcId="{1CB380DC-D40E-490F-8D39-208861500D70}" destId="{249C6223-20FA-40C2-A402-ABC7BE6FD823}" srcOrd="9" destOrd="0" presId="urn:microsoft.com/office/officeart/2018/2/layout/IconVerticalSolidList"/>
    <dgm:cxn modelId="{ACCAFB5C-8A29-410D-98BC-AFE9A7C402C8}" type="presParOf" srcId="{1CB380DC-D40E-490F-8D39-208861500D70}" destId="{BD429143-FEBB-46B3-9EF1-5B83E945D1F6}" srcOrd="10" destOrd="0" presId="urn:microsoft.com/office/officeart/2018/2/layout/IconVerticalSolidList"/>
    <dgm:cxn modelId="{6988DC16-CEDC-431C-A03A-29585BABA9F2}" type="presParOf" srcId="{BD429143-FEBB-46B3-9EF1-5B83E945D1F6}" destId="{53C6C2DD-28AF-4DDB-8BA0-194AA70E6D95}" srcOrd="0" destOrd="0" presId="urn:microsoft.com/office/officeart/2018/2/layout/IconVerticalSolidList"/>
    <dgm:cxn modelId="{BFBB964B-0DD8-4A04-BFBF-5E4D1DD87247}" type="presParOf" srcId="{BD429143-FEBB-46B3-9EF1-5B83E945D1F6}" destId="{B43E71EB-DC7C-461C-A16B-C77FA893E335}" srcOrd="1" destOrd="0" presId="urn:microsoft.com/office/officeart/2018/2/layout/IconVerticalSolidList"/>
    <dgm:cxn modelId="{D08EA40B-8612-4FEB-99B9-68B1D319AEC9}" type="presParOf" srcId="{BD429143-FEBB-46B3-9EF1-5B83E945D1F6}" destId="{EF456E39-2437-495F-B6D9-4A436173FFAE}" srcOrd="2" destOrd="0" presId="urn:microsoft.com/office/officeart/2018/2/layout/IconVerticalSolidList"/>
    <dgm:cxn modelId="{FAE9D552-801F-4AF0-9280-D515B9DF7B49}" type="presParOf" srcId="{BD429143-FEBB-46B3-9EF1-5B83E945D1F6}" destId="{372F9C60-CE7D-4C9C-AE69-B5A7DCF2B9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F24FF4-C14F-4301-BB1D-2744D27203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8AF710B-8BB4-4C61-919B-0580A1CA838D}">
      <dgm:prSet/>
      <dgm:spPr/>
      <dgm:t>
        <a:bodyPr/>
        <a:lstStyle/>
        <a:p>
          <a:r>
            <a:rPr lang="en-US"/>
            <a:t>• Cannot be instantiated</a:t>
          </a:r>
        </a:p>
      </dgm:t>
    </dgm:pt>
    <dgm:pt modelId="{FBA141C3-C5F5-48D7-9E46-FC324AA940E4}" type="parTrans" cxnId="{C859DE85-5A27-4237-9035-E12C9E49FC4C}">
      <dgm:prSet/>
      <dgm:spPr/>
      <dgm:t>
        <a:bodyPr/>
        <a:lstStyle/>
        <a:p>
          <a:endParaRPr lang="en-US"/>
        </a:p>
      </dgm:t>
    </dgm:pt>
    <dgm:pt modelId="{7ABCFAF6-F062-414E-AD1F-65296E414911}" type="sibTrans" cxnId="{C859DE85-5A27-4237-9035-E12C9E49FC4C}">
      <dgm:prSet/>
      <dgm:spPr/>
      <dgm:t>
        <a:bodyPr/>
        <a:lstStyle/>
        <a:p>
          <a:endParaRPr lang="en-US"/>
        </a:p>
      </dgm:t>
    </dgm:pt>
    <dgm:pt modelId="{21ED91E3-2BC8-4326-B412-CE4D1F3B3835}">
      <dgm:prSet/>
      <dgm:spPr/>
      <dgm:t>
        <a:bodyPr/>
        <a:lstStyle/>
        <a:p>
          <a:r>
            <a:rPr lang="en-US"/>
            <a:t>• Can contain abstract &amp; concrete methods</a:t>
          </a:r>
        </a:p>
      </dgm:t>
    </dgm:pt>
    <dgm:pt modelId="{9FCEE6AF-A636-4EB9-8587-640636A4632C}" type="parTrans" cxnId="{A95B17D3-CBDA-4BE3-A8B5-FEC02AD4D5A0}">
      <dgm:prSet/>
      <dgm:spPr/>
      <dgm:t>
        <a:bodyPr/>
        <a:lstStyle/>
        <a:p>
          <a:endParaRPr lang="en-US"/>
        </a:p>
      </dgm:t>
    </dgm:pt>
    <dgm:pt modelId="{CE1F44C4-8DD1-4A42-8B1C-9CD1058138F6}" type="sibTrans" cxnId="{A95B17D3-CBDA-4BE3-A8B5-FEC02AD4D5A0}">
      <dgm:prSet/>
      <dgm:spPr/>
      <dgm:t>
        <a:bodyPr/>
        <a:lstStyle/>
        <a:p>
          <a:endParaRPr lang="en-US"/>
        </a:p>
      </dgm:t>
    </dgm:pt>
    <dgm:pt modelId="{92EBE9E9-EB4B-46CE-88A5-FD96598CFECF}">
      <dgm:prSet/>
      <dgm:spPr/>
      <dgm:t>
        <a:bodyPr/>
        <a:lstStyle/>
        <a:p>
          <a:r>
            <a:rPr lang="en-US"/>
            <a:t>• Used for common base functionality</a:t>
          </a:r>
        </a:p>
      </dgm:t>
    </dgm:pt>
    <dgm:pt modelId="{D4CB0E57-E45C-42C6-A397-F26E6577659F}" type="parTrans" cxnId="{98FEAE93-598E-4FDF-8903-695047D0D772}">
      <dgm:prSet/>
      <dgm:spPr/>
      <dgm:t>
        <a:bodyPr/>
        <a:lstStyle/>
        <a:p>
          <a:endParaRPr lang="en-US"/>
        </a:p>
      </dgm:t>
    </dgm:pt>
    <dgm:pt modelId="{D104AD43-8C73-4B0A-BA1D-E6C2F6C16467}" type="sibTrans" cxnId="{98FEAE93-598E-4FDF-8903-695047D0D772}">
      <dgm:prSet/>
      <dgm:spPr/>
      <dgm:t>
        <a:bodyPr/>
        <a:lstStyle/>
        <a:p>
          <a:endParaRPr lang="en-US"/>
        </a:p>
      </dgm:t>
    </dgm:pt>
    <dgm:pt modelId="{8FAEFA17-D604-40A9-97D8-9591F248BEB3}" type="pres">
      <dgm:prSet presAssocID="{6AF24FF4-C14F-4301-BB1D-2744D272039A}" presName="root" presStyleCnt="0">
        <dgm:presLayoutVars>
          <dgm:dir/>
          <dgm:resizeHandles val="exact"/>
        </dgm:presLayoutVars>
      </dgm:prSet>
      <dgm:spPr/>
    </dgm:pt>
    <dgm:pt modelId="{38EB63B1-1A97-42EC-9A12-5DBD4012975C}" type="pres">
      <dgm:prSet presAssocID="{88AF710B-8BB4-4C61-919B-0580A1CA838D}" presName="compNode" presStyleCnt="0"/>
      <dgm:spPr/>
    </dgm:pt>
    <dgm:pt modelId="{0AE5E45C-F237-432F-8764-7E84431D196E}" type="pres">
      <dgm:prSet presAssocID="{88AF710B-8BB4-4C61-919B-0580A1CA838D}" presName="bgRect" presStyleLbl="bgShp" presStyleIdx="0" presStyleCnt="3"/>
      <dgm:spPr/>
    </dgm:pt>
    <dgm:pt modelId="{D60ED0DA-5560-4CEB-93F1-A75E4E380F98}" type="pres">
      <dgm:prSet presAssocID="{88AF710B-8BB4-4C61-919B-0580A1CA838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2D00D141-0583-40FE-AC42-2C4D7796DA84}" type="pres">
      <dgm:prSet presAssocID="{88AF710B-8BB4-4C61-919B-0580A1CA838D}" presName="spaceRect" presStyleCnt="0"/>
      <dgm:spPr/>
    </dgm:pt>
    <dgm:pt modelId="{EE42CD47-D7C7-4009-AA1B-4FC664474327}" type="pres">
      <dgm:prSet presAssocID="{88AF710B-8BB4-4C61-919B-0580A1CA838D}" presName="parTx" presStyleLbl="revTx" presStyleIdx="0" presStyleCnt="3">
        <dgm:presLayoutVars>
          <dgm:chMax val="0"/>
          <dgm:chPref val="0"/>
        </dgm:presLayoutVars>
      </dgm:prSet>
      <dgm:spPr/>
    </dgm:pt>
    <dgm:pt modelId="{60B93370-9C32-438D-A43C-B3CE60301E0A}" type="pres">
      <dgm:prSet presAssocID="{7ABCFAF6-F062-414E-AD1F-65296E414911}" presName="sibTrans" presStyleCnt="0"/>
      <dgm:spPr/>
    </dgm:pt>
    <dgm:pt modelId="{B3E1AF83-BB62-4377-85C6-988DED6541E1}" type="pres">
      <dgm:prSet presAssocID="{21ED91E3-2BC8-4326-B412-CE4D1F3B3835}" presName="compNode" presStyleCnt="0"/>
      <dgm:spPr/>
    </dgm:pt>
    <dgm:pt modelId="{229684BF-7E0F-4A8A-8EE2-2B0B773BBFAE}" type="pres">
      <dgm:prSet presAssocID="{21ED91E3-2BC8-4326-B412-CE4D1F3B3835}" presName="bgRect" presStyleLbl="bgShp" presStyleIdx="1" presStyleCnt="3"/>
      <dgm:spPr/>
    </dgm:pt>
    <dgm:pt modelId="{277C1C7B-7F16-4287-9329-215341A3B2BD}" type="pres">
      <dgm:prSet presAssocID="{21ED91E3-2BC8-4326-B412-CE4D1F3B383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63316A94-9518-4642-93DC-5FD8F70C2734}" type="pres">
      <dgm:prSet presAssocID="{21ED91E3-2BC8-4326-B412-CE4D1F3B3835}" presName="spaceRect" presStyleCnt="0"/>
      <dgm:spPr/>
    </dgm:pt>
    <dgm:pt modelId="{C8BAA3EC-BD53-4677-90C8-6A243A5FCB1F}" type="pres">
      <dgm:prSet presAssocID="{21ED91E3-2BC8-4326-B412-CE4D1F3B3835}" presName="parTx" presStyleLbl="revTx" presStyleIdx="1" presStyleCnt="3">
        <dgm:presLayoutVars>
          <dgm:chMax val="0"/>
          <dgm:chPref val="0"/>
        </dgm:presLayoutVars>
      </dgm:prSet>
      <dgm:spPr/>
    </dgm:pt>
    <dgm:pt modelId="{ECC827F7-A667-47C9-B8DC-5B65427FAA8E}" type="pres">
      <dgm:prSet presAssocID="{CE1F44C4-8DD1-4A42-8B1C-9CD1058138F6}" presName="sibTrans" presStyleCnt="0"/>
      <dgm:spPr/>
    </dgm:pt>
    <dgm:pt modelId="{44812E9A-9C5B-414F-8FC7-063ADC7029B0}" type="pres">
      <dgm:prSet presAssocID="{92EBE9E9-EB4B-46CE-88A5-FD96598CFECF}" presName="compNode" presStyleCnt="0"/>
      <dgm:spPr/>
    </dgm:pt>
    <dgm:pt modelId="{8B5E5C7F-71E6-437B-99CA-C17202AD2BD8}" type="pres">
      <dgm:prSet presAssocID="{92EBE9E9-EB4B-46CE-88A5-FD96598CFECF}" presName="bgRect" presStyleLbl="bgShp" presStyleIdx="2" presStyleCnt="3"/>
      <dgm:spPr/>
    </dgm:pt>
    <dgm:pt modelId="{FB3C4B70-4C63-4E75-A1A1-F218BB053C80}" type="pres">
      <dgm:prSet presAssocID="{92EBE9E9-EB4B-46CE-88A5-FD96598CFEC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9A676CD-EE39-490F-B7F4-1B9319B78954}" type="pres">
      <dgm:prSet presAssocID="{92EBE9E9-EB4B-46CE-88A5-FD96598CFECF}" presName="spaceRect" presStyleCnt="0"/>
      <dgm:spPr/>
    </dgm:pt>
    <dgm:pt modelId="{D84DB3C9-9832-43D0-8E52-4219F7962633}" type="pres">
      <dgm:prSet presAssocID="{92EBE9E9-EB4B-46CE-88A5-FD96598CFEC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812AB07-A698-43F8-A266-195D460AC20A}" type="presOf" srcId="{6AF24FF4-C14F-4301-BB1D-2744D272039A}" destId="{8FAEFA17-D604-40A9-97D8-9591F248BEB3}" srcOrd="0" destOrd="0" presId="urn:microsoft.com/office/officeart/2018/2/layout/IconVerticalSolidList"/>
    <dgm:cxn modelId="{5965FD7C-4333-4DFD-A963-538B7DFE4002}" type="presOf" srcId="{21ED91E3-2BC8-4326-B412-CE4D1F3B3835}" destId="{C8BAA3EC-BD53-4677-90C8-6A243A5FCB1F}" srcOrd="0" destOrd="0" presId="urn:microsoft.com/office/officeart/2018/2/layout/IconVerticalSolidList"/>
    <dgm:cxn modelId="{C859DE85-5A27-4237-9035-E12C9E49FC4C}" srcId="{6AF24FF4-C14F-4301-BB1D-2744D272039A}" destId="{88AF710B-8BB4-4C61-919B-0580A1CA838D}" srcOrd="0" destOrd="0" parTransId="{FBA141C3-C5F5-48D7-9E46-FC324AA940E4}" sibTransId="{7ABCFAF6-F062-414E-AD1F-65296E414911}"/>
    <dgm:cxn modelId="{98FEAE93-598E-4FDF-8903-695047D0D772}" srcId="{6AF24FF4-C14F-4301-BB1D-2744D272039A}" destId="{92EBE9E9-EB4B-46CE-88A5-FD96598CFECF}" srcOrd="2" destOrd="0" parTransId="{D4CB0E57-E45C-42C6-A397-F26E6577659F}" sibTransId="{D104AD43-8C73-4B0A-BA1D-E6C2F6C16467}"/>
    <dgm:cxn modelId="{4A7E01AF-B850-4740-826D-1D8CB94D8A89}" type="presOf" srcId="{88AF710B-8BB4-4C61-919B-0580A1CA838D}" destId="{EE42CD47-D7C7-4009-AA1B-4FC664474327}" srcOrd="0" destOrd="0" presId="urn:microsoft.com/office/officeart/2018/2/layout/IconVerticalSolidList"/>
    <dgm:cxn modelId="{282E8AAF-21A7-401A-8366-297BC938D7D2}" type="presOf" srcId="{92EBE9E9-EB4B-46CE-88A5-FD96598CFECF}" destId="{D84DB3C9-9832-43D0-8E52-4219F7962633}" srcOrd="0" destOrd="0" presId="urn:microsoft.com/office/officeart/2018/2/layout/IconVerticalSolidList"/>
    <dgm:cxn modelId="{A95B17D3-CBDA-4BE3-A8B5-FEC02AD4D5A0}" srcId="{6AF24FF4-C14F-4301-BB1D-2744D272039A}" destId="{21ED91E3-2BC8-4326-B412-CE4D1F3B3835}" srcOrd="1" destOrd="0" parTransId="{9FCEE6AF-A636-4EB9-8587-640636A4632C}" sibTransId="{CE1F44C4-8DD1-4A42-8B1C-9CD1058138F6}"/>
    <dgm:cxn modelId="{D9707A76-B436-402B-8D44-41B2DD7E40F0}" type="presParOf" srcId="{8FAEFA17-D604-40A9-97D8-9591F248BEB3}" destId="{38EB63B1-1A97-42EC-9A12-5DBD4012975C}" srcOrd="0" destOrd="0" presId="urn:microsoft.com/office/officeart/2018/2/layout/IconVerticalSolidList"/>
    <dgm:cxn modelId="{053E306C-0F30-41D3-8240-8BDB057800EE}" type="presParOf" srcId="{38EB63B1-1A97-42EC-9A12-5DBD4012975C}" destId="{0AE5E45C-F237-432F-8764-7E84431D196E}" srcOrd="0" destOrd="0" presId="urn:microsoft.com/office/officeart/2018/2/layout/IconVerticalSolidList"/>
    <dgm:cxn modelId="{05F3CA07-5EDA-45BD-908C-428DA7AC3504}" type="presParOf" srcId="{38EB63B1-1A97-42EC-9A12-5DBD4012975C}" destId="{D60ED0DA-5560-4CEB-93F1-A75E4E380F98}" srcOrd="1" destOrd="0" presId="urn:microsoft.com/office/officeart/2018/2/layout/IconVerticalSolidList"/>
    <dgm:cxn modelId="{BF33FB19-60EC-4EEE-9EA1-FA029BA202A4}" type="presParOf" srcId="{38EB63B1-1A97-42EC-9A12-5DBD4012975C}" destId="{2D00D141-0583-40FE-AC42-2C4D7796DA84}" srcOrd="2" destOrd="0" presId="urn:microsoft.com/office/officeart/2018/2/layout/IconVerticalSolidList"/>
    <dgm:cxn modelId="{DD5D566A-3D1D-43C3-BA62-2833FBF9EBF4}" type="presParOf" srcId="{38EB63B1-1A97-42EC-9A12-5DBD4012975C}" destId="{EE42CD47-D7C7-4009-AA1B-4FC664474327}" srcOrd="3" destOrd="0" presId="urn:microsoft.com/office/officeart/2018/2/layout/IconVerticalSolidList"/>
    <dgm:cxn modelId="{1BD2E4E4-F08B-4888-BE7D-44149A343AB3}" type="presParOf" srcId="{8FAEFA17-D604-40A9-97D8-9591F248BEB3}" destId="{60B93370-9C32-438D-A43C-B3CE60301E0A}" srcOrd="1" destOrd="0" presId="urn:microsoft.com/office/officeart/2018/2/layout/IconVerticalSolidList"/>
    <dgm:cxn modelId="{E40DCEA4-0FDB-4318-BF75-A8CD60373F22}" type="presParOf" srcId="{8FAEFA17-D604-40A9-97D8-9591F248BEB3}" destId="{B3E1AF83-BB62-4377-85C6-988DED6541E1}" srcOrd="2" destOrd="0" presId="urn:microsoft.com/office/officeart/2018/2/layout/IconVerticalSolidList"/>
    <dgm:cxn modelId="{FAA9B4C7-97E1-4334-AAD0-7C9C6F1F5FAB}" type="presParOf" srcId="{B3E1AF83-BB62-4377-85C6-988DED6541E1}" destId="{229684BF-7E0F-4A8A-8EE2-2B0B773BBFAE}" srcOrd="0" destOrd="0" presId="urn:microsoft.com/office/officeart/2018/2/layout/IconVerticalSolidList"/>
    <dgm:cxn modelId="{7E247350-6F50-4FD7-A901-E9CB24A8C854}" type="presParOf" srcId="{B3E1AF83-BB62-4377-85C6-988DED6541E1}" destId="{277C1C7B-7F16-4287-9329-215341A3B2BD}" srcOrd="1" destOrd="0" presId="urn:microsoft.com/office/officeart/2018/2/layout/IconVerticalSolidList"/>
    <dgm:cxn modelId="{A31CC46A-03C9-4E54-9935-50E93F3D4C6B}" type="presParOf" srcId="{B3E1AF83-BB62-4377-85C6-988DED6541E1}" destId="{63316A94-9518-4642-93DC-5FD8F70C2734}" srcOrd="2" destOrd="0" presId="urn:microsoft.com/office/officeart/2018/2/layout/IconVerticalSolidList"/>
    <dgm:cxn modelId="{0A506104-7D79-4A11-B28B-CD9B27D2D5EE}" type="presParOf" srcId="{B3E1AF83-BB62-4377-85C6-988DED6541E1}" destId="{C8BAA3EC-BD53-4677-90C8-6A243A5FCB1F}" srcOrd="3" destOrd="0" presId="urn:microsoft.com/office/officeart/2018/2/layout/IconVerticalSolidList"/>
    <dgm:cxn modelId="{BCAB7A5A-AC63-4173-8534-38B6B3D563AE}" type="presParOf" srcId="{8FAEFA17-D604-40A9-97D8-9591F248BEB3}" destId="{ECC827F7-A667-47C9-B8DC-5B65427FAA8E}" srcOrd="3" destOrd="0" presId="urn:microsoft.com/office/officeart/2018/2/layout/IconVerticalSolidList"/>
    <dgm:cxn modelId="{3A3D2B12-FF9A-406E-8BB6-588863764541}" type="presParOf" srcId="{8FAEFA17-D604-40A9-97D8-9591F248BEB3}" destId="{44812E9A-9C5B-414F-8FC7-063ADC7029B0}" srcOrd="4" destOrd="0" presId="urn:microsoft.com/office/officeart/2018/2/layout/IconVerticalSolidList"/>
    <dgm:cxn modelId="{703A39B7-4316-4E06-8DAB-BAC01A05E4B4}" type="presParOf" srcId="{44812E9A-9C5B-414F-8FC7-063ADC7029B0}" destId="{8B5E5C7F-71E6-437B-99CA-C17202AD2BD8}" srcOrd="0" destOrd="0" presId="urn:microsoft.com/office/officeart/2018/2/layout/IconVerticalSolidList"/>
    <dgm:cxn modelId="{FC2B9627-ACE9-467E-BAC4-3ED987AAF59C}" type="presParOf" srcId="{44812E9A-9C5B-414F-8FC7-063ADC7029B0}" destId="{FB3C4B70-4C63-4E75-A1A1-F218BB053C80}" srcOrd="1" destOrd="0" presId="urn:microsoft.com/office/officeart/2018/2/layout/IconVerticalSolidList"/>
    <dgm:cxn modelId="{19F2BB04-A612-4775-8874-237DA6B6A8A0}" type="presParOf" srcId="{44812E9A-9C5B-414F-8FC7-063ADC7029B0}" destId="{99A676CD-EE39-490F-B7F4-1B9319B78954}" srcOrd="2" destOrd="0" presId="urn:microsoft.com/office/officeart/2018/2/layout/IconVerticalSolidList"/>
    <dgm:cxn modelId="{CA7C125E-49DE-4859-9DC5-71D7355E0E32}" type="presParOf" srcId="{44812E9A-9C5B-414F-8FC7-063ADC7029B0}" destId="{D84DB3C9-9832-43D0-8E52-4219F79626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D1F3E3-7758-4B60-B3C4-F1CA46ED8C6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5B2B437-D470-46F9-B6AC-E4DB3E546071}">
      <dgm:prSet/>
      <dgm:spPr/>
      <dgm:t>
        <a:bodyPr/>
        <a:lstStyle/>
        <a:p>
          <a:r>
            <a:rPr lang="en-US"/>
            <a:t>• Use 'abstract' keyword</a:t>
          </a:r>
        </a:p>
      </dgm:t>
    </dgm:pt>
    <dgm:pt modelId="{55EFF288-E928-405E-85E1-5DE84DD3058C}" type="parTrans" cxnId="{CD311FCE-1AAF-4788-AB7A-06293ABE2E74}">
      <dgm:prSet/>
      <dgm:spPr/>
      <dgm:t>
        <a:bodyPr/>
        <a:lstStyle/>
        <a:p>
          <a:endParaRPr lang="en-US"/>
        </a:p>
      </dgm:t>
    </dgm:pt>
    <dgm:pt modelId="{E382E5AE-7BEE-4FC4-9B62-43F21A0AA7FA}" type="sibTrans" cxnId="{CD311FCE-1AAF-4788-AB7A-06293ABE2E74}">
      <dgm:prSet/>
      <dgm:spPr/>
      <dgm:t>
        <a:bodyPr/>
        <a:lstStyle/>
        <a:p>
          <a:endParaRPr lang="en-US"/>
        </a:p>
      </dgm:t>
    </dgm:pt>
    <dgm:pt modelId="{49466FEA-C0A8-42F4-B1D9-41CC34C7132C}">
      <dgm:prSet/>
      <dgm:spPr/>
      <dgm:t>
        <a:bodyPr/>
        <a:lstStyle/>
        <a:p>
          <a:r>
            <a:rPr lang="en-US"/>
            <a:t>• Derived class must override abstract methods</a:t>
          </a:r>
        </a:p>
      </dgm:t>
    </dgm:pt>
    <dgm:pt modelId="{17CDDE56-DFCB-4434-926E-1A2CD5020F9E}" type="parTrans" cxnId="{87845D21-273C-41E7-8F40-68B975A77080}">
      <dgm:prSet/>
      <dgm:spPr/>
      <dgm:t>
        <a:bodyPr/>
        <a:lstStyle/>
        <a:p>
          <a:endParaRPr lang="en-US"/>
        </a:p>
      </dgm:t>
    </dgm:pt>
    <dgm:pt modelId="{B41A66F3-15B4-4676-B393-2D29A94DD01A}" type="sibTrans" cxnId="{87845D21-273C-41E7-8F40-68B975A77080}">
      <dgm:prSet/>
      <dgm:spPr/>
      <dgm:t>
        <a:bodyPr/>
        <a:lstStyle/>
        <a:p>
          <a:endParaRPr lang="en-US"/>
        </a:p>
      </dgm:t>
    </dgm:pt>
    <dgm:pt modelId="{7BA064A6-0E9B-47B7-8217-43B13B6133B2}">
      <dgm:prSet/>
      <dgm:spPr/>
      <dgm:t>
        <a:bodyPr/>
        <a:lstStyle/>
        <a:p>
          <a:r>
            <a:rPr lang="en-US"/>
            <a:t>Example:</a:t>
          </a:r>
        </a:p>
      </dgm:t>
    </dgm:pt>
    <dgm:pt modelId="{C8AE5E26-4111-451F-9D67-4F03DCE36EEF}" type="parTrans" cxnId="{900756FF-6839-4B35-B107-9DBABBA3BA88}">
      <dgm:prSet/>
      <dgm:spPr/>
      <dgm:t>
        <a:bodyPr/>
        <a:lstStyle/>
        <a:p>
          <a:endParaRPr lang="en-US"/>
        </a:p>
      </dgm:t>
    </dgm:pt>
    <dgm:pt modelId="{A5D5521D-C7CA-477C-B3FC-E2E49D0E266D}" type="sibTrans" cxnId="{900756FF-6839-4B35-B107-9DBABBA3BA88}">
      <dgm:prSet/>
      <dgm:spPr/>
      <dgm:t>
        <a:bodyPr/>
        <a:lstStyle/>
        <a:p>
          <a:endParaRPr lang="en-US"/>
        </a:p>
      </dgm:t>
    </dgm:pt>
    <dgm:pt modelId="{4C35EC80-B5D8-41BD-B8D6-45F3E2105206}">
      <dgm:prSet/>
      <dgm:spPr/>
      <dgm:t>
        <a:bodyPr/>
        <a:lstStyle/>
        <a:p>
          <a:r>
            <a:rPr lang="en-US"/>
            <a:t>abstract class Shape { public abstract void Draw(); }</a:t>
          </a:r>
        </a:p>
      </dgm:t>
    </dgm:pt>
    <dgm:pt modelId="{90BFF28A-0CFB-474B-BB7B-240EEC3B5FC5}" type="parTrans" cxnId="{D6532890-C316-4D01-B32D-08E616F0505C}">
      <dgm:prSet/>
      <dgm:spPr/>
      <dgm:t>
        <a:bodyPr/>
        <a:lstStyle/>
        <a:p>
          <a:endParaRPr lang="en-US"/>
        </a:p>
      </dgm:t>
    </dgm:pt>
    <dgm:pt modelId="{1280458D-DC16-43C6-AC0F-D70767E28451}" type="sibTrans" cxnId="{D6532890-C316-4D01-B32D-08E616F0505C}">
      <dgm:prSet/>
      <dgm:spPr/>
      <dgm:t>
        <a:bodyPr/>
        <a:lstStyle/>
        <a:p>
          <a:endParaRPr lang="en-US"/>
        </a:p>
      </dgm:t>
    </dgm:pt>
    <dgm:pt modelId="{FC2D9249-96EB-4A8F-8793-6F37B131214F}" type="pres">
      <dgm:prSet presAssocID="{0AD1F3E3-7758-4B60-B3C4-F1CA46ED8C65}" presName="linear" presStyleCnt="0">
        <dgm:presLayoutVars>
          <dgm:animLvl val="lvl"/>
          <dgm:resizeHandles val="exact"/>
        </dgm:presLayoutVars>
      </dgm:prSet>
      <dgm:spPr/>
    </dgm:pt>
    <dgm:pt modelId="{09CC1A10-DCD9-4913-BC4C-4EA4477B6969}" type="pres">
      <dgm:prSet presAssocID="{35B2B437-D470-46F9-B6AC-E4DB3E5460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12984E6-B411-4D31-971B-DEE8311E8031}" type="pres">
      <dgm:prSet presAssocID="{E382E5AE-7BEE-4FC4-9B62-43F21A0AA7FA}" presName="spacer" presStyleCnt="0"/>
      <dgm:spPr/>
    </dgm:pt>
    <dgm:pt modelId="{823039D0-FEFD-4BB3-B626-DA2A2C3C88B7}" type="pres">
      <dgm:prSet presAssocID="{49466FEA-C0A8-42F4-B1D9-41CC34C713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7A42529-2702-4458-8232-B677C0E15D42}" type="pres">
      <dgm:prSet presAssocID="{B41A66F3-15B4-4676-B393-2D29A94DD01A}" presName="spacer" presStyleCnt="0"/>
      <dgm:spPr/>
    </dgm:pt>
    <dgm:pt modelId="{A04673DA-598C-4A62-A01E-E021083A377F}" type="pres">
      <dgm:prSet presAssocID="{7BA064A6-0E9B-47B7-8217-43B13B6133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FC1319-8456-4B40-9638-F07A578914F1}" type="pres">
      <dgm:prSet presAssocID="{A5D5521D-C7CA-477C-B3FC-E2E49D0E266D}" presName="spacer" presStyleCnt="0"/>
      <dgm:spPr/>
    </dgm:pt>
    <dgm:pt modelId="{DE245A68-1672-45B5-8223-F6FB195AB522}" type="pres">
      <dgm:prSet presAssocID="{4C35EC80-B5D8-41BD-B8D6-45F3E210520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7845D21-273C-41E7-8F40-68B975A77080}" srcId="{0AD1F3E3-7758-4B60-B3C4-F1CA46ED8C65}" destId="{49466FEA-C0A8-42F4-B1D9-41CC34C7132C}" srcOrd="1" destOrd="0" parTransId="{17CDDE56-DFCB-4434-926E-1A2CD5020F9E}" sibTransId="{B41A66F3-15B4-4676-B393-2D29A94DD01A}"/>
    <dgm:cxn modelId="{AB60303F-7C8B-43CC-AE57-EC73ECF4B0DE}" type="presOf" srcId="{7BA064A6-0E9B-47B7-8217-43B13B6133B2}" destId="{A04673DA-598C-4A62-A01E-E021083A377F}" srcOrd="0" destOrd="0" presId="urn:microsoft.com/office/officeart/2005/8/layout/vList2"/>
    <dgm:cxn modelId="{C5321D42-0C45-4487-A704-07A92E7E682F}" type="presOf" srcId="{35B2B437-D470-46F9-B6AC-E4DB3E546071}" destId="{09CC1A10-DCD9-4913-BC4C-4EA4477B6969}" srcOrd="0" destOrd="0" presId="urn:microsoft.com/office/officeart/2005/8/layout/vList2"/>
    <dgm:cxn modelId="{F4E7AF75-71A1-47CD-ADD3-B0B590AF10F7}" type="presOf" srcId="{0AD1F3E3-7758-4B60-B3C4-F1CA46ED8C65}" destId="{FC2D9249-96EB-4A8F-8793-6F37B131214F}" srcOrd="0" destOrd="0" presId="urn:microsoft.com/office/officeart/2005/8/layout/vList2"/>
    <dgm:cxn modelId="{D6532890-C316-4D01-B32D-08E616F0505C}" srcId="{0AD1F3E3-7758-4B60-B3C4-F1CA46ED8C65}" destId="{4C35EC80-B5D8-41BD-B8D6-45F3E2105206}" srcOrd="3" destOrd="0" parTransId="{90BFF28A-0CFB-474B-BB7B-240EEC3B5FC5}" sibTransId="{1280458D-DC16-43C6-AC0F-D70767E28451}"/>
    <dgm:cxn modelId="{5A394D9D-4052-4AE4-983B-1E6E90E17392}" type="presOf" srcId="{4C35EC80-B5D8-41BD-B8D6-45F3E2105206}" destId="{DE245A68-1672-45B5-8223-F6FB195AB522}" srcOrd="0" destOrd="0" presId="urn:microsoft.com/office/officeart/2005/8/layout/vList2"/>
    <dgm:cxn modelId="{CD311FCE-1AAF-4788-AB7A-06293ABE2E74}" srcId="{0AD1F3E3-7758-4B60-B3C4-F1CA46ED8C65}" destId="{35B2B437-D470-46F9-B6AC-E4DB3E546071}" srcOrd="0" destOrd="0" parTransId="{55EFF288-E928-405E-85E1-5DE84DD3058C}" sibTransId="{E382E5AE-7BEE-4FC4-9B62-43F21A0AA7FA}"/>
    <dgm:cxn modelId="{CD5422F6-29FA-4690-B092-76C28361FE4F}" type="presOf" srcId="{49466FEA-C0A8-42F4-B1D9-41CC34C7132C}" destId="{823039D0-FEFD-4BB3-B626-DA2A2C3C88B7}" srcOrd="0" destOrd="0" presId="urn:microsoft.com/office/officeart/2005/8/layout/vList2"/>
    <dgm:cxn modelId="{900756FF-6839-4B35-B107-9DBABBA3BA88}" srcId="{0AD1F3E3-7758-4B60-B3C4-F1CA46ED8C65}" destId="{7BA064A6-0E9B-47B7-8217-43B13B6133B2}" srcOrd="2" destOrd="0" parTransId="{C8AE5E26-4111-451F-9D67-4F03DCE36EEF}" sibTransId="{A5D5521D-C7CA-477C-B3FC-E2E49D0E266D}"/>
    <dgm:cxn modelId="{963DC85F-4729-49A6-BB57-C8CB1985A1C8}" type="presParOf" srcId="{FC2D9249-96EB-4A8F-8793-6F37B131214F}" destId="{09CC1A10-DCD9-4913-BC4C-4EA4477B6969}" srcOrd="0" destOrd="0" presId="urn:microsoft.com/office/officeart/2005/8/layout/vList2"/>
    <dgm:cxn modelId="{A6E0ED32-FD6B-4D22-AF47-54458FC77398}" type="presParOf" srcId="{FC2D9249-96EB-4A8F-8793-6F37B131214F}" destId="{512984E6-B411-4D31-971B-DEE8311E8031}" srcOrd="1" destOrd="0" presId="urn:microsoft.com/office/officeart/2005/8/layout/vList2"/>
    <dgm:cxn modelId="{A9D744C7-F8A5-4D17-9B1C-97E82E32369C}" type="presParOf" srcId="{FC2D9249-96EB-4A8F-8793-6F37B131214F}" destId="{823039D0-FEFD-4BB3-B626-DA2A2C3C88B7}" srcOrd="2" destOrd="0" presId="urn:microsoft.com/office/officeart/2005/8/layout/vList2"/>
    <dgm:cxn modelId="{90B85EF1-EF25-44C3-AFCD-127E6523DB21}" type="presParOf" srcId="{FC2D9249-96EB-4A8F-8793-6F37B131214F}" destId="{67A42529-2702-4458-8232-B677C0E15D42}" srcOrd="3" destOrd="0" presId="urn:microsoft.com/office/officeart/2005/8/layout/vList2"/>
    <dgm:cxn modelId="{8BF5C25B-BD12-412B-9454-F6AACB95F39A}" type="presParOf" srcId="{FC2D9249-96EB-4A8F-8793-6F37B131214F}" destId="{A04673DA-598C-4A62-A01E-E021083A377F}" srcOrd="4" destOrd="0" presId="urn:microsoft.com/office/officeart/2005/8/layout/vList2"/>
    <dgm:cxn modelId="{FFB65B39-829D-49C9-9BD5-131AB5670B57}" type="presParOf" srcId="{FC2D9249-96EB-4A8F-8793-6F37B131214F}" destId="{9EFC1319-8456-4B40-9638-F07A578914F1}" srcOrd="5" destOrd="0" presId="urn:microsoft.com/office/officeart/2005/8/layout/vList2"/>
    <dgm:cxn modelId="{94A95A12-9717-4F40-B1EE-4BFAC502769A}" type="presParOf" srcId="{FC2D9249-96EB-4A8F-8793-6F37B131214F}" destId="{DE245A68-1672-45B5-8223-F6FB195AB5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1F4E20-E934-4CCF-9079-D58DD5A4300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5CB0226-D4DF-420B-ABD6-59CF4E303072}">
      <dgm:prSet/>
      <dgm:spPr/>
      <dgm:t>
        <a:bodyPr/>
        <a:lstStyle/>
        <a:p>
          <a:r>
            <a:rPr lang="en-US"/>
            <a:t>• Defines contract</a:t>
          </a:r>
        </a:p>
      </dgm:t>
    </dgm:pt>
    <dgm:pt modelId="{99655CA6-F7A6-4005-8FF1-7F83E35F6EE4}" type="parTrans" cxnId="{6FDBE885-F953-42C8-9ABD-5ACCBFBF6FC6}">
      <dgm:prSet/>
      <dgm:spPr/>
      <dgm:t>
        <a:bodyPr/>
        <a:lstStyle/>
        <a:p>
          <a:endParaRPr lang="en-US"/>
        </a:p>
      </dgm:t>
    </dgm:pt>
    <dgm:pt modelId="{20BDEF3C-1BBF-4BEE-A645-CD7FCEB9488D}" type="sibTrans" cxnId="{6FDBE885-F953-42C8-9ABD-5ACCBFBF6FC6}">
      <dgm:prSet/>
      <dgm:spPr/>
      <dgm:t>
        <a:bodyPr/>
        <a:lstStyle/>
        <a:p>
          <a:endParaRPr lang="en-US"/>
        </a:p>
      </dgm:t>
    </dgm:pt>
    <dgm:pt modelId="{8B9022DE-1311-4797-9A22-0516BF96D731}">
      <dgm:prSet/>
      <dgm:spPr/>
      <dgm:t>
        <a:bodyPr/>
        <a:lstStyle/>
        <a:p>
          <a:r>
            <a:rPr lang="en-US"/>
            <a:t>• No implementation (until default interface methods)</a:t>
          </a:r>
        </a:p>
      </dgm:t>
    </dgm:pt>
    <dgm:pt modelId="{5CE3DD76-F936-4492-854C-BC4D2A2B2108}" type="parTrans" cxnId="{E0FD3F52-98AF-4CCE-88AD-4B269D6BF75B}">
      <dgm:prSet/>
      <dgm:spPr/>
      <dgm:t>
        <a:bodyPr/>
        <a:lstStyle/>
        <a:p>
          <a:endParaRPr lang="en-US"/>
        </a:p>
      </dgm:t>
    </dgm:pt>
    <dgm:pt modelId="{0F8AF3AC-5E4A-4A7C-A7EC-4B6C35D07FBE}" type="sibTrans" cxnId="{E0FD3F52-98AF-4CCE-88AD-4B269D6BF75B}">
      <dgm:prSet/>
      <dgm:spPr/>
      <dgm:t>
        <a:bodyPr/>
        <a:lstStyle/>
        <a:p>
          <a:endParaRPr lang="en-US"/>
        </a:p>
      </dgm:t>
    </dgm:pt>
    <dgm:pt modelId="{3FF42EF2-9CB3-4356-9A14-6EF3D3BB2C3D}">
      <dgm:prSet/>
      <dgm:spPr/>
      <dgm:t>
        <a:bodyPr/>
        <a:lstStyle/>
        <a:p>
          <a:r>
            <a:rPr lang="en-US"/>
            <a:t>• Multiple inheritance supported</a:t>
          </a:r>
        </a:p>
      </dgm:t>
    </dgm:pt>
    <dgm:pt modelId="{CED500A9-1D28-422D-8FC6-EB4EA2BDE9EF}" type="parTrans" cxnId="{A835C074-7DA8-4355-A529-3C1E796E61B1}">
      <dgm:prSet/>
      <dgm:spPr/>
      <dgm:t>
        <a:bodyPr/>
        <a:lstStyle/>
        <a:p>
          <a:endParaRPr lang="en-US"/>
        </a:p>
      </dgm:t>
    </dgm:pt>
    <dgm:pt modelId="{85A29B95-9C35-4A8C-8EF5-20FD69C7EA01}" type="sibTrans" cxnId="{A835C074-7DA8-4355-A529-3C1E796E61B1}">
      <dgm:prSet/>
      <dgm:spPr/>
      <dgm:t>
        <a:bodyPr/>
        <a:lstStyle/>
        <a:p>
          <a:endParaRPr lang="en-US"/>
        </a:p>
      </dgm:t>
    </dgm:pt>
    <dgm:pt modelId="{49FF0F23-2A5A-4311-A43B-C6EA25D83F8B}" type="pres">
      <dgm:prSet presAssocID="{E01F4E20-E934-4CCF-9079-D58DD5A4300F}" presName="root" presStyleCnt="0">
        <dgm:presLayoutVars>
          <dgm:dir/>
          <dgm:resizeHandles val="exact"/>
        </dgm:presLayoutVars>
      </dgm:prSet>
      <dgm:spPr/>
    </dgm:pt>
    <dgm:pt modelId="{1BB4CEBD-FCD2-4004-8C99-54531F119023}" type="pres">
      <dgm:prSet presAssocID="{05CB0226-D4DF-420B-ABD6-59CF4E303072}" presName="compNode" presStyleCnt="0"/>
      <dgm:spPr/>
    </dgm:pt>
    <dgm:pt modelId="{7E801542-78AD-445B-A0F5-DDA097EE6E73}" type="pres">
      <dgm:prSet presAssocID="{05CB0226-D4DF-420B-ABD6-59CF4E303072}" presName="bgRect" presStyleLbl="bgShp" presStyleIdx="0" presStyleCnt="3"/>
      <dgm:spPr/>
    </dgm:pt>
    <dgm:pt modelId="{A3266565-A7C7-44A2-A649-3A40A93BC7C4}" type="pres">
      <dgm:prSet presAssocID="{05CB0226-D4DF-420B-ABD6-59CF4E30307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7C6376E3-CB88-4812-812F-BBBF40B2E20E}" type="pres">
      <dgm:prSet presAssocID="{05CB0226-D4DF-420B-ABD6-59CF4E303072}" presName="spaceRect" presStyleCnt="0"/>
      <dgm:spPr/>
    </dgm:pt>
    <dgm:pt modelId="{6F773B14-BCBA-4616-A731-80F0D05CDE05}" type="pres">
      <dgm:prSet presAssocID="{05CB0226-D4DF-420B-ABD6-59CF4E303072}" presName="parTx" presStyleLbl="revTx" presStyleIdx="0" presStyleCnt="3">
        <dgm:presLayoutVars>
          <dgm:chMax val="0"/>
          <dgm:chPref val="0"/>
        </dgm:presLayoutVars>
      </dgm:prSet>
      <dgm:spPr/>
    </dgm:pt>
    <dgm:pt modelId="{A7B8E396-70EC-498D-87DE-AA609DC35E6C}" type="pres">
      <dgm:prSet presAssocID="{20BDEF3C-1BBF-4BEE-A645-CD7FCEB9488D}" presName="sibTrans" presStyleCnt="0"/>
      <dgm:spPr/>
    </dgm:pt>
    <dgm:pt modelId="{8A2C53E4-938E-4D52-B495-32A4C881F039}" type="pres">
      <dgm:prSet presAssocID="{8B9022DE-1311-4797-9A22-0516BF96D731}" presName="compNode" presStyleCnt="0"/>
      <dgm:spPr/>
    </dgm:pt>
    <dgm:pt modelId="{20E25CCE-DD04-4E81-8FEA-CEA0F29BB37B}" type="pres">
      <dgm:prSet presAssocID="{8B9022DE-1311-4797-9A22-0516BF96D731}" presName="bgRect" presStyleLbl="bgShp" presStyleIdx="1" presStyleCnt="3"/>
      <dgm:spPr/>
    </dgm:pt>
    <dgm:pt modelId="{B24866BB-4F6E-45FC-BE5F-6E00E03482F0}" type="pres">
      <dgm:prSet presAssocID="{8B9022DE-1311-4797-9A22-0516BF96D73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E1CEABC-5EEC-4DD3-BAE1-762F086B5CD7}" type="pres">
      <dgm:prSet presAssocID="{8B9022DE-1311-4797-9A22-0516BF96D731}" presName="spaceRect" presStyleCnt="0"/>
      <dgm:spPr/>
    </dgm:pt>
    <dgm:pt modelId="{A62B1B18-7431-4221-A78C-0B4B1CD5B9B4}" type="pres">
      <dgm:prSet presAssocID="{8B9022DE-1311-4797-9A22-0516BF96D731}" presName="parTx" presStyleLbl="revTx" presStyleIdx="1" presStyleCnt="3">
        <dgm:presLayoutVars>
          <dgm:chMax val="0"/>
          <dgm:chPref val="0"/>
        </dgm:presLayoutVars>
      </dgm:prSet>
      <dgm:spPr/>
    </dgm:pt>
    <dgm:pt modelId="{0D2B1013-DE55-440E-B468-13F58655FB5A}" type="pres">
      <dgm:prSet presAssocID="{0F8AF3AC-5E4A-4A7C-A7EC-4B6C35D07FBE}" presName="sibTrans" presStyleCnt="0"/>
      <dgm:spPr/>
    </dgm:pt>
    <dgm:pt modelId="{34FD747E-1856-40C5-9A2C-70669FE96A8C}" type="pres">
      <dgm:prSet presAssocID="{3FF42EF2-9CB3-4356-9A14-6EF3D3BB2C3D}" presName="compNode" presStyleCnt="0"/>
      <dgm:spPr/>
    </dgm:pt>
    <dgm:pt modelId="{F301A6F5-346A-41EE-B262-7F7EC72C1790}" type="pres">
      <dgm:prSet presAssocID="{3FF42EF2-9CB3-4356-9A14-6EF3D3BB2C3D}" presName="bgRect" presStyleLbl="bgShp" presStyleIdx="2" presStyleCnt="3"/>
      <dgm:spPr/>
    </dgm:pt>
    <dgm:pt modelId="{F97EC286-9730-42CC-9915-2DF05A088555}" type="pres">
      <dgm:prSet presAssocID="{3FF42EF2-9CB3-4356-9A14-6EF3D3BB2C3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5E95B0DF-98AC-4FE5-96FC-2B5DA138B0B7}" type="pres">
      <dgm:prSet presAssocID="{3FF42EF2-9CB3-4356-9A14-6EF3D3BB2C3D}" presName="spaceRect" presStyleCnt="0"/>
      <dgm:spPr/>
    </dgm:pt>
    <dgm:pt modelId="{0DA45FCE-6DAF-4096-8BA6-171E68E15DF8}" type="pres">
      <dgm:prSet presAssocID="{3FF42EF2-9CB3-4356-9A14-6EF3D3BB2C3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4740103-0E94-4D22-8400-21F33C0D0DA0}" type="presOf" srcId="{E01F4E20-E934-4CCF-9079-D58DD5A4300F}" destId="{49FF0F23-2A5A-4311-A43B-C6EA25D83F8B}" srcOrd="0" destOrd="0" presId="urn:microsoft.com/office/officeart/2018/2/layout/IconVerticalSolidList"/>
    <dgm:cxn modelId="{AD777E11-FB82-4474-AF4A-5B9EF1934C03}" type="presOf" srcId="{05CB0226-D4DF-420B-ABD6-59CF4E303072}" destId="{6F773B14-BCBA-4616-A731-80F0D05CDE05}" srcOrd="0" destOrd="0" presId="urn:microsoft.com/office/officeart/2018/2/layout/IconVerticalSolidList"/>
    <dgm:cxn modelId="{F14EA840-4A70-49DF-B366-AE70E4C4EB62}" type="presOf" srcId="{8B9022DE-1311-4797-9A22-0516BF96D731}" destId="{A62B1B18-7431-4221-A78C-0B4B1CD5B9B4}" srcOrd="0" destOrd="0" presId="urn:microsoft.com/office/officeart/2018/2/layout/IconVerticalSolidList"/>
    <dgm:cxn modelId="{E0FD3F52-98AF-4CCE-88AD-4B269D6BF75B}" srcId="{E01F4E20-E934-4CCF-9079-D58DD5A4300F}" destId="{8B9022DE-1311-4797-9A22-0516BF96D731}" srcOrd="1" destOrd="0" parTransId="{5CE3DD76-F936-4492-854C-BC4D2A2B2108}" sibTransId="{0F8AF3AC-5E4A-4A7C-A7EC-4B6C35D07FBE}"/>
    <dgm:cxn modelId="{A835C074-7DA8-4355-A529-3C1E796E61B1}" srcId="{E01F4E20-E934-4CCF-9079-D58DD5A4300F}" destId="{3FF42EF2-9CB3-4356-9A14-6EF3D3BB2C3D}" srcOrd="2" destOrd="0" parTransId="{CED500A9-1D28-422D-8FC6-EB4EA2BDE9EF}" sibTransId="{85A29B95-9C35-4A8C-8EF5-20FD69C7EA01}"/>
    <dgm:cxn modelId="{43554C77-75B0-4803-AA2D-BE7D1C0645C8}" type="presOf" srcId="{3FF42EF2-9CB3-4356-9A14-6EF3D3BB2C3D}" destId="{0DA45FCE-6DAF-4096-8BA6-171E68E15DF8}" srcOrd="0" destOrd="0" presId="urn:microsoft.com/office/officeart/2018/2/layout/IconVerticalSolidList"/>
    <dgm:cxn modelId="{6FDBE885-F953-42C8-9ABD-5ACCBFBF6FC6}" srcId="{E01F4E20-E934-4CCF-9079-D58DD5A4300F}" destId="{05CB0226-D4DF-420B-ABD6-59CF4E303072}" srcOrd="0" destOrd="0" parTransId="{99655CA6-F7A6-4005-8FF1-7F83E35F6EE4}" sibTransId="{20BDEF3C-1BBF-4BEE-A645-CD7FCEB9488D}"/>
    <dgm:cxn modelId="{E68B2461-E403-45AE-AC52-F3BC1D03E87D}" type="presParOf" srcId="{49FF0F23-2A5A-4311-A43B-C6EA25D83F8B}" destId="{1BB4CEBD-FCD2-4004-8C99-54531F119023}" srcOrd="0" destOrd="0" presId="urn:microsoft.com/office/officeart/2018/2/layout/IconVerticalSolidList"/>
    <dgm:cxn modelId="{270EECD8-F3A6-4E0E-915E-34B1387ED3F8}" type="presParOf" srcId="{1BB4CEBD-FCD2-4004-8C99-54531F119023}" destId="{7E801542-78AD-445B-A0F5-DDA097EE6E73}" srcOrd="0" destOrd="0" presId="urn:microsoft.com/office/officeart/2018/2/layout/IconVerticalSolidList"/>
    <dgm:cxn modelId="{43948907-6BD7-480C-AE03-BC5398425AFF}" type="presParOf" srcId="{1BB4CEBD-FCD2-4004-8C99-54531F119023}" destId="{A3266565-A7C7-44A2-A649-3A40A93BC7C4}" srcOrd="1" destOrd="0" presId="urn:microsoft.com/office/officeart/2018/2/layout/IconVerticalSolidList"/>
    <dgm:cxn modelId="{5ACBFCD2-EFCB-4624-9B7A-FE429342E7A9}" type="presParOf" srcId="{1BB4CEBD-FCD2-4004-8C99-54531F119023}" destId="{7C6376E3-CB88-4812-812F-BBBF40B2E20E}" srcOrd="2" destOrd="0" presId="urn:microsoft.com/office/officeart/2018/2/layout/IconVerticalSolidList"/>
    <dgm:cxn modelId="{57201714-29D4-4898-A7DE-08A032512C2A}" type="presParOf" srcId="{1BB4CEBD-FCD2-4004-8C99-54531F119023}" destId="{6F773B14-BCBA-4616-A731-80F0D05CDE05}" srcOrd="3" destOrd="0" presId="urn:microsoft.com/office/officeart/2018/2/layout/IconVerticalSolidList"/>
    <dgm:cxn modelId="{F32BDAD7-8E29-4DF6-8326-68C04AE8CE78}" type="presParOf" srcId="{49FF0F23-2A5A-4311-A43B-C6EA25D83F8B}" destId="{A7B8E396-70EC-498D-87DE-AA609DC35E6C}" srcOrd="1" destOrd="0" presId="urn:microsoft.com/office/officeart/2018/2/layout/IconVerticalSolidList"/>
    <dgm:cxn modelId="{2B8B53B1-6F23-4CC3-8D19-3BFE5CB48E38}" type="presParOf" srcId="{49FF0F23-2A5A-4311-A43B-C6EA25D83F8B}" destId="{8A2C53E4-938E-4D52-B495-32A4C881F039}" srcOrd="2" destOrd="0" presId="urn:microsoft.com/office/officeart/2018/2/layout/IconVerticalSolidList"/>
    <dgm:cxn modelId="{F278FD23-620E-49C8-9197-11A42D303849}" type="presParOf" srcId="{8A2C53E4-938E-4D52-B495-32A4C881F039}" destId="{20E25CCE-DD04-4E81-8FEA-CEA0F29BB37B}" srcOrd="0" destOrd="0" presId="urn:microsoft.com/office/officeart/2018/2/layout/IconVerticalSolidList"/>
    <dgm:cxn modelId="{511B9001-552C-41CD-A471-3EAE1F7D419D}" type="presParOf" srcId="{8A2C53E4-938E-4D52-B495-32A4C881F039}" destId="{B24866BB-4F6E-45FC-BE5F-6E00E03482F0}" srcOrd="1" destOrd="0" presId="urn:microsoft.com/office/officeart/2018/2/layout/IconVerticalSolidList"/>
    <dgm:cxn modelId="{EC230133-5011-465A-B801-31776E12181C}" type="presParOf" srcId="{8A2C53E4-938E-4D52-B495-32A4C881F039}" destId="{9E1CEABC-5EEC-4DD3-BAE1-762F086B5CD7}" srcOrd="2" destOrd="0" presId="urn:microsoft.com/office/officeart/2018/2/layout/IconVerticalSolidList"/>
    <dgm:cxn modelId="{1CE0C337-1D8B-495B-8032-3900E24489A3}" type="presParOf" srcId="{8A2C53E4-938E-4D52-B495-32A4C881F039}" destId="{A62B1B18-7431-4221-A78C-0B4B1CD5B9B4}" srcOrd="3" destOrd="0" presId="urn:microsoft.com/office/officeart/2018/2/layout/IconVerticalSolidList"/>
    <dgm:cxn modelId="{A504066F-7200-4BB7-9E63-28269FBBFAF8}" type="presParOf" srcId="{49FF0F23-2A5A-4311-A43B-C6EA25D83F8B}" destId="{0D2B1013-DE55-440E-B468-13F58655FB5A}" srcOrd="3" destOrd="0" presId="urn:microsoft.com/office/officeart/2018/2/layout/IconVerticalSolidList"/>
    <dgm:cxn modelId="{E748F119-EFA6-4291-B84F-B264858F30AF}" type="presParOf" srcId="{49FF0F23-2A5A-4311-A43B-C6EA25D83F8B}" destId="{34FD747E-1856-40C5-9A2C-70669FE96A8C}" srcOrd="4" destOrd="0" presId="urn:microsoft.com/office/officeart/2018/2/layout/IconVerticalSolidList"/>
    <dgm:cxn modelId="{BA7C0F20-04BE-4D4B-8751-06D6E4957A89}" type="presParOf" srcId="{34FD747E-1856-40C5-9A2C-70669FE96A8C}" destId="{F301A6F5-346A-41EE-B262-7F7EC72C1790}" srcOrd="0" destOrd="0" presId="urn:microsoft.com/office/officeart/2018/2/layout/IconVerticalSolidList"/>
    <dgm:cxn modelId="{C011FC7B-2409-44D6-9D54-4E129B766FB9}" type="presParOf" srcId="{34FD747E-1856-40C5-9A2C-70669FE96A8C}" destId="{F97EC286-9730-42CC-9915-2DF05A088555}" srcOrd="1" destOrd="0" presId="urn:microsoft.com/office/officeart/2018/2/layout/IconVerticalSolidList"/>
    <dgm:cxn modelId="{A467C9C1-52E3-4F06-980B-53DCC0D2DEA3}" type="presParOf" srcId="{34FD747E-1856-40C5-9A2C-70669FE96A8C}" destId="{5E95B0DF-98AC-4FE5-96FC-2B5DA138B0B7}" srcOrd="2" destOrd="0" presId="urn:microsoft.com/office/officeart/2018/2/layout/IconVerticalSolidList"/>
    <dgm:cxn modelId="{4E53662F-B91A-4456-BC14-1AB7FD8F4886}" type="presParOf" srcId="{34FD747E-1856-40C5-9A2C-70669FE96A8C}" destId="{0DA45FCE-6DAF-4096-8BA6-171E68E15D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3BFB52-D806-4F37-8C81-216B897A184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0E5EDCC-1DEF-46F8-9EBD-8AAC2012CA41}">
      <dgm:prSet/>
      <dgm:spPr/>
      <dgm:t>
        <a:bodyPr/>
        <a:lstStyle/>
        <a:p>
          <a:r>
            <a:rPr lang="en-US"/>
            <a:t>• Use ':' to implement</a:t>
          </a:r>
        </a:p>
      </dgm:t>
    </dgm:pt>
    <dgm:pt modelId="{9BAF75C1-D822-4754-9936-1E71666C9FC6}" type="parTrans" cxnId="{3D89B304-BDA5-41D9-8045-C155E6BC7835}">
      <dgm:prSet/>
      <dgm:spPr/>
      <dgm:t>
        <a:bodyPr/>
        <a:lstStyle/>
        <a:p>
          <a:endParaRPr lang="en-US"/>
        </a:p>
      </dgm:t>
    </dgm:pt>
    <dgm:pt modelId="{971BA35C-F9E9-4FA3-9583-99F2C191B5CA}" type="sibTrans" cxnId="{3D89B304-BDA5-41D9-8045-C155E6BC7835}">
      <dgm:prSet/>
      <dgm:spPr/>
      <dgm:t>
        <a:bodyPr/>
        <a:lstStyle/>
        <a:p>
          <a:endParaRPr lang="en-US"/>
        </a:p>
      </dgm:t>
    </dgm:pt>
    <dgm:pt modelId="{BCEA9B41-D930-4266-B361-27478F8CF892}">
      <dgm:prSet/>
      <dgm:spPr/>
      <dgm:t>
        <a:bodyPr/>
        <a:lstStyle/>
        <a:p>
          <a:r>
            <a:rPr lang="en-US"/>
            <a:t>• Must implement all members</a:t>
          </a:r>
        </a:p>
      </dgm:t>
    </dgm:pt>
    <dgm:pt modelId="{5488603A-962B-4E8C-817E-E4851A2D7B75}" type="parTrans" cxnId="{0C055D2E-1FB4-4519-8D20-DCFC8FC76D8A}">
      <dgm:prSet/>
      <dgm:spPr/>
      <dgm:t>
        <a:bodyPr/>
        <a:lstStyle/>
        <a:p>
          <a:endParaRPr lang="en-US"/>
        </a:p>
      </dgm:t>
    </dgm:pt>
    <dgm:pt modelId="{6358F7A8-32C1-4139-A645-B7DA60EF0548}" type="sibTrans" cxnId="{0C055D2E-1FB4-4519-8D20-DCFC8FC76D8A}">
      <dgm:prSet/>
      <dgm:spPr/>
      <dgm:t>
        <a:bodyPr/>
        <a:lstStyle/>
        <a:p>
          <a:endParaRPr lang="en-US"/>
        </a:p>
      </dgm:t>
    </dgm:pt>
    <dgm:pt modelId="{2700885B-8EF6-450D-874F-14BC603B0371}">
      <dgm:prSet/>
      <dgm:spPr/>
      <dgm:t>
        <a:bodyPr/>
        <a:lstStyle/>
        <a:p>
          <a:r>
            <a:rPr lang="en-US"/>
            <a:t>Example:</a:t>
          </a:r>
        </a:p>
      </dgm:t>
    </dgm:pt>
    <dgm:pt modelId="{1746B34B-8EC2-4FCD-948F-DD95BB03541E}" type="parTrans" cxnId="{6A34E382-EE02-46B8-AB5F-666B4446EE66}">
      <dgm:prSet/>
      <dgm:spPr/>
      <dgm:t>
        <a:bodyPr/>
        <a:lstStyle/>
        <a:p>
          <a:endParaRPr lang="en-US"/>
        </a:p>
      </dgm:t>
    </dgm:pt>
    <dgm:pt modelId="{5EA831D5-1DBF-4022-ADB0-566C2CD5B485}" type="sibTrans" cxnId="{6A34E382-EE02-46B8-AB5F-666B4446EE66}">
      <dgm:prSet/>
      <dgm:spPr/>
      <dgm:t>
        <a:bodyPr/>
        <a:lstStyle/>
        <a:p>
          <a:endParaRPr lang="en-US"/>
        </a:p>
      </dgm:t>
    </dgm:pt>
    <dgm:pt modelId="{4878BAE8-9733-4714-9576-06635260E65D}">
      <dgm:prSet/>
      <dgm:spPr/>
      <dgm:t>
        <a:bodyPr/>
        <a:lstStyle/>
        <a:p>
          <a:r>
            <a:rPr lang="en-US"/>
            <a:t>interface IShape { void Draw(); }</a:t>
          </a:r>
        </a:p>
      </dgm:t>
    </dgm:pt>
    <dgm:pt modelId="{8FE562ED-A241-4D8F-92D0-90659BE944CF}" type="parTrans" cxnId="{E4E327A1-D834-4EF8-A08B-2BBD82D130A2}">
      <dgm:prSet/>
      <dgm:spPr/>
      <dgm:t>
        <a:bodyPr/>
        <a:lstStyle/>
        <a:p>
          <a:endParaRPr lang="en-US"/>
        </a:p>
      </dgm:t>
    </dgm:pt>
    <dgm:pt modelId="{CE53FF52-D0E3-4B61-9918-30D40CBF671C}" type="sibTrans" cxnId="{E4E327A1-D834-4EF8-A08B-2BBD82D130A2}">
      <dgm:prSet/>
      <dgm:spPr/>
      <dgm:t>
        <a:bodyPr/>
        <a:lstStyle/>
        <a:p>
          <a:endParaRPr lang="en-US"/>
        </a:p>
      </dgm:t>
    </dgm:pt>
    <dgm:pt modelId="{48EF9160-B429-4C17-9B94-62EA4D61A077}" type="pres">
      <dgm:prSet presAssocID="{403BFB52-D806-4F37-8C81-216B897A1843}" presName="root" presStyleCnt="0">
        <dgm:presLayoutVars>
          <dgm:dir/>
          <dgm:resizeHandles val="exact"/>
        </dgm:presLayoutVars>
      </dgm:prSet>
      <dgm:spPr/>
    </dgm:pt>
    <dgm:pt modelId="{380F9708-C0E5-4F6E-B599-22B75257AF41}" type="pres">
      <dgm:prSet presAssocID="{90E5EDCC-1DEF-46F8-9EBD-8AAC2012CA41}" presName="compNode" presStyleCnt="0"/>
      <dgm:spPr/>
    </dgm:pt>
    <dgm:pt modelId="{BBF0072D-68A6-4DE1-B7D8-2F730FB52879}" type="pres">
      <dgm:prSet presAssocID="{90E5EDCC-1DEF-46F8-9EBD-8AAC2012CA4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23898A1-2EFB-4181-97C3-445F5DA009E5}" type="pres">
      <dgm:prSet presAssocID="{90E5EDCC-1DEF-46F8-9EBD-8AAC2012CA41}" presName="spaceRect" presStyleCnt="0"/>
      <dgm:spPr/>
    </dgm:pt>
    <dgm:pt modelId="{AD1ECD19-6410-41B2-9AEE-AA20B732BF38}" type="pres">
      <dgm:prSet presAssocID="{90E5EDCC-1DEF-46F8-9EBD-8AAC2012CA41}" presName="textRect" presStyleLbl="revTx" presStyleIdx="0" presStyleCnt="4">
        <dgm:presLayoutVars>
          <dgm:chMax val="1"/>
          <dgm:chPref val="1"/>
        </dgm:presLayoutVars>
      </dgm:prSet>
      <dgm:spPr/>
    </dgm:pt>
    <dgm:pt modelId="{565875DB-C9B2-4082-8616-B9513FB07F79}" type="pres">
      <dgm:prSet presAssocID="{971BA35C-F9E9-4FA3-9583-99F2C191B5CA}" presName="sibTrans" presStyleCnt="0"/>
      <dgm:spPr/>
    </dgm:pt>
    <dgm:pt modelId="{F99A0836-4A31-4172-B69B-83931B5AA8D2}" type="pres">
      <dgm:prSet presAssocID="{BCEA9B41-D930-4266-B361-27478F8CF892}" presName="compNode" presStyleCnt="0"/>
      <dgm:spPr/>
    </dgm:pt>
    <dgm:pt modelId="{4DD686C9-220F-434F-BCB0-3124E5D08271}" type="pres">
      <dgm:prSet presAssocID="{BCEA9B41-D930-4266-B361-27478F8CF89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E3ECD6CE-569E-4B53-BEF3-BCC0D15F0EDB}" type="pres">
      <dgm:prSet presAssocID="{BCEA9B41-D930-4266-B361-27478F8CF892}" presName="spaceRect" presStyleCnt="0"/>
      <dgm:spPr/>
    </dgm:pt>
    <dgm:pt modelId="{C00DBFF9-A3E9-4EBE-ADFD-FAF740E9C3D6}" type="pres">
      <dgm:prSet presAssocID="{BCEA9B41-D930-4266-B361-27478F8CF892}" presName="textRect" presStyleLbl="revTx" presStyleIdx="1" presStyleCnt="4">
        <dgm:presLayoutVars>
          <dgm:chMax val="1"/>
          <dgm:chPref val="1"/>
        </dgm:presLayoutVars>
      </dgm:prSet>
      <dgm:spPr/>
    </dgm:pt>
    <dgm:pt modelId="{C9F8CA87-AA21-4A6C-A00B-74F91A91B1BB}" type="pres">
      <dgm:prSet presAssocID="{6358F7A8-32C1-4139-A645-B7DA60EF0548}" presName="sibTrans" presStyleCnt="0"/>
      <dgm:spPr/>
    </dgm:pt>
    <dgm:pt modelId="{5FF6D388-5271-49EB-8F85-1A62E4D4652C}" type="pres">
      <dgm:prSet presAssocID="{2700885B-8EF6-450D-874F-14BC603B0371}" presName="compNode" presStyleCnt="0"/>
      <dgm:spPr/>
    </dgm:pt>
    <dgm:pt modelId="{989222EB-8DC4-405B-8A49-E8C3C8ACB2AC}" type="pres">
      <dgm:prSet presAssocID="{2700885B-8EF6-450D-874F-14BC603B037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2D054D0-AB9D-4FAF-A113-2FE85A9BF7B3}" type="pres">
      <dgm:prSet presAssocID="{2700885B-8EF6-450D-874F-14BC603B0371}" presName="spaceRect" presStyleCnt="0"/>
      <dgm:spPr/>
    </dgm:pt>
    <dgm:pt modelId="{5F5C3872-FC65-45E5-ABE8-941F2D48CC97}" type="pres">
      <dgm:prSet presAssocID="{2700885B-8EF6-450D-874F-14BC603B0371}" presName="textRect" presStyleLbl="revTx" presStyleIdx="2" presStyleCnt="4">
        <dgm:presLayoutVars>
          <dgm:chMax val="1"/>
          <dgm:chPref val="1"/>
        </dgm:presLayoutVars>
      </dgm:prSet>
      <dgm:spPr/>
    </dgm:pt>
    <dgm:pt modelId="{9EAC710C-4EFF-4E7B-B757-CF0FC865961F}" type="pres">
      <dgm:prSet presAssocID="{5EA831D5-1DBF-4022-ADB0-566C2CD5B485}" presName="sibTrans" presStyleCnt="0"/>
      <dgm:spPr/>
    </dgm:pt>
    <dgm:pt modelId="{1680768A-43FE-4888-9B8D-6E10199E0DFA}" type="pres">
      <dgm:prSet presAssocID="{4878BAE8-9733-4714-9576-06635260E65D}" presName="compNode" presStyleCnt="0"/>
      <dgm:spPr/>
    </dgm:pt>
    <dgm:pt modelId="{1809F9F1-0EBA-4497-ADE0-DFCE8A65E499}" type="pres">
      <dgm:prSet presAssocID="{4878BAE8-9733-4714-9576-06635260E65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1900F83C-721D-4DA7-BE53-5A69D08D0913}" type="pres">
      <dgm:prSet presAssocID="{4878BAE8-9733-4714-9576-06635260E65D}" presName="spaceRect" presStyleCnt="0"/>
      <dgm:spPr/>
    </dgm:pt>
    <dgm:pt modelId="{3134AC06-83EB-4D73-8DD4-E6508F9C9AC8}" type="pres">
      <dgm:prSet presAssocID="{4878BAE8-9733-4714-9576-06635260E65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D89B304-BDA5-41D9-8045-C155E6BC7835}" srcId="{403BFB52-D806-4F37-8C81-216B897A1843}" destId="{90E5EDCC-1DEF-46F8-9EBD-8AAC2012CA41}" srcOrd="0" destOrd="0" parTransId="{9BAF75C1-D822-4754-9936-1E71666C9FC6}" sibTransId="{971BA35C-F9E9-4FA3-9583-99F2C191B5CA}"/>
    <dgm:cxn modelId="{0C055D2E-1FB4-4519-8D20-DCFC8FC76D8A}" srcId="{403BFB52-D806-4F37-8C81-216B897A1843}" destId="{BCEA9B41-D930-4266-B361-27478F8CF892}" srcOrd="1" destOrd="0" parTransId="{5488603A-962B-4E8C-817E-E4851A2D7B75}" sibTransId="{6358F7A8-32C1-4139-A645-B7DA60EF0548}"/>
    <dgm:cxn modelId="{2CFE9340-47FE-4EB0-A83A-B0CB43EFBFF3}" type="presOf" srcId="{4878BAE8-9733-4714-9576-06635260E65D}" destId="{3134AC06-83EB-4D73-8DD4-E6508F9C9AC8}" srcOrd="0" destOrd="0" presId="urn:microsoft.com/office/officeart/2018/2/layout/IconLabelList"/>
    <dgm:cxn modelId="{1AD65274-4644-4307-AC4E-B272B2EDA8DE}" type="presOf" srcId="{403BFB52-D806-4F37-8C81-216B897A1843}" destId="{48EF9160-B429-4C17-9B94-62EA4D61A077}" srcOrd="0" destOrd="0" presId="urn:microsoft.com/office/officeart/2018/2/layout/IconLabelList"/>
    <dgm:cxn modelId="{6A34E382-EE02-46B8-AB5F-666B4446EE66}" srcId="{403BFB52-D806-4F37-8C81-216B897A1843}" destId="{2700885B-8EF6-450D-874F-14BC603B0371}" srcOrd="2" destOrd="0" parTransId="{1746B34B-8EC2-4FCD-948F-DD95BB03541E}" sibTransId="{5EA831D5-1DBF-4022-ADB0-566C2CD5B485}"/>
    <dgm:cxn modelId="{8D339599-F8B9-402C-8A87-116EB396A944}" type="presOf" srcId="{BCEA9B41-D930-4266-B361-27478F8CF892}" destId="{C00DBFF9-A3E9-4EBE-ADFD-FAF740E9C3D6}" srcOrd="0" destOrd="0" presId="urn:microsoft.com/office/officeart/2018/2/layout/IconLabelList"/>
    <dgm:cxn modelId="{E4E327A1-D834-4EF8-A08B-2BBD82D130A2}" srcId="{403BFB52-D806-4F37-8C81-216B897A1843}" destId="{4878BAE8-9733-4714-9576-06635260E65D}" srcOrd="3" destOrd="0" parTransId="{8FE562ED-A241-4D8F-92D0-90659BE944CF}" sibTransId="{CE53FF52-D0E3-4B61-9918-30D40CBF671C}"/>
    <dgm:cxn modelId="{AFB00DA4-0159-47EE-94CC-E4FDF9CE8D4C}" type="presOf" srcId="{90E5EDCC-1DEF-46F8-9EBD-8AAC2012CA41}" destId="{AD1ECD19-6410-41B2-9AEE-AA20B732BF38}" srcOrd="0" destOrd="0" presId="urn:microsoft.com/office/officeart/2018/2/layout/IconLabelList"/>
    <dgm:cxn modelId="{AAD4E2D3-85D8-48E7-9379-3CFA3FB0B28B}" type="presOf" srcId="{2700885B-8EF6-450D-874F-14BC603B0371}" destId="{5F5C3872-FC65-45E5-ABE8-941F2D48CC97}" srcOrd="0" destOrd="0" presId="urn:microsoft.com/office/officeart/2018/2/layout/IconLabelList"/>
    <dgm:cxn modelId="{31616645-1209-4CE8-82DA-1F5021D8FD74}" type="presParOf" srcId="{48EF9160-B429-4C17-9B94-62EA4D61A077}" destId="{380F9708-C0E5-4F6E-B599-22B75257AF41}" srcOrd="0" destOrd="0" presId="urn:microsoft.com/office/officeart/2018/2/layout/IconLabelList"/>
    <dgm:cxn modelId="{8B2B500D-0289-4417-A886-5231DBA3CFD4}" type="presParOf" srcId="{380F9708-C0E5-4F6E-B599-22B75257AF41}" destId="{BBF0072D-68A6-4DE1-B7D8-2F730FB52879}" srcOrd="0" destOrd="0" presId="urn:microsoft.com/office/officeart/2018/2/layout/IconLabelList"/>
    <dgm:cxn modelId="{5BD60E26-ED07-4C52-96AD-2382FCD0777D}" type="presParOf" srcId="{380F9708-C0E5-4F6E-B599-22B75257AF41}" destId="{323898A1-2EFB-4181-97C3-445F5DA009E5}" srcOrd="1" destOrd="0" presId="urn:microsoft.com/office/officeart/2018/2/layout/IconLabelList"/>
    <dgm:cxn modelId="{5D5B7B11-C51B-4C1A-802D-71A10440CF0D}" type="presParOf" srcId="{380F9708-C0E5-4F6E-B599-22B75257AF41}" destId="{AD1ECD19-6410-41B2-9AEE-AA20B732BF38}" srcOrd="2" destOrd="0" presId="urn:microsoft.com/office/officeart/2018/2/layout/IconLabelList"/>
    <dgm:cxn modelId="{B6BF8090-28AB-41C1-B260-77B48D923E48}" type="presParOf" srcId="{48EF9160-B429-4C17-9B94-62EA4D61A077}" destId="{565875DB-C9B2-4082-8616-B9513FB07F79}" srcOrd="1" destOrd="0" presId="urn:microsoft.com/office/officeart/2018/2/layout/IconLabelList"/>
    <dgm:cxn modelId="{28D6CBEB-1189-433C-A495-939526106114}" type="presParOf" srcId="{48EF9160-B429-4C17-9B94-62EA4D61A077}" destId="{F99A0836-4A31-4172-B69B-83931B5AA8D2}" srcOrd="2" destOrd="0" presId="urn:microsoft.com/office/officeart/2018/2/layout/IconLabelList"/>
    <dgm:cxn modelId="{5303D489-12EF-47D5-8880-E17A501F6C74}" type="presParOf" srcId="{F99A0836-4A31-4172-B69B-83931B5AA8D2}" destId="{4DD686C9-220F-434F-BCB0-3124E5D08271}" srcOrd="0" destOrd="0" presId="urn:microsoft.com/office/officeart/2018/2/layout/IconLabelList"/>
    <dgm:cxn modelId="{49A3F1C2-F962-4EF8-9179-9EE60F6F0635}" type="presParOf" srcId="{F99A0836-4A31-4172-B69B-83931B5AA8D2}" destId="{E3ECD6CE-569E-4B53-BEF3-BCC0D15F0EDB}" srcOrd="1" destOrd="0" presId="urn:microsoft.com/office/officeart/2018/2/layout/IconLabelList"/>
    <dgm:cxn modelId="{237A22B9-33B1-4145-9E55-1BB5364DD3B4}" type="presParOf" srcId="{F99A0836-4A31-4172-B69B-83931B5AA8D2}" destId="{C00DBFF9-A3E9-4EBE-ADFD-FAF740E9C3D6}" srcOrd="2" destOrd="0" presId="urn:microsoft.com/office/officeart/2018/2/layout/IconLabelList"/>
    <dgm:cxn modelId="{24B639FA-0592-4BD3-B56D-EC193B7CA06F}" type="presParOf" srcId="{48EF9160-B429-4C17-9B94-62EA4D61A077}" destId="{C9F8CA87-AA21-4A6C-A00B-74F91A91B1BB}" srcOrd="3" destOrd="0" presId="urn:microsoft.com/office/officeart/2018/2/layout/IconLabelList"/>
    <dgm:cxn modelId="{E126488C-5909-446A-A108-8E5D4CEFA3CF}" type="presParOf" srcId="{48EF9160-B429-4C17-9B94-62EA4D61A077}" destId="{5FF6D388-5271-49EB-8F85-1A62E4D4652C}" srcOrd="4" destOrd="0" presId="urn:microsoft.com/office/officeart/2018/2/layout/IconLabelList"/>
    <dgm:cxn modelId="{AE162BCC-B642-4973-A3B8-AF56758EB93B}" type="presParOf" srcId="{5FF6D388-5271-49EB-8F85-1A62E4D4652C}" destId="{989222EB-8DC4-405B-8A49-E8C3C8ACB2AC}" srcOrd="0" destOrd="0" presId="urn:microsoft.com/office/officeart/2018/2/layout/IconLabelList"/>
    <dgm:cxn modelId="{99DE4CC0-8CB1-423E-8B15-10FD27DE1C2A}" type="presParOf" srcId="{5FF6D388-5271-49EB-8F85-1A62E4D4652C}" destId="{A2D054D0-AB9D-4FAF-A113-2FE85A9BF7B3}" srcOrd="1" destOrd="0" presId="urn:microsoft.com/office/officeart/2018/2/layout/IconLabelList"/>
    <dgm:cxn modelId="{3EDC3993-2007-4E9C-9985-294DBF111011}" type="presParOf" srcId="{5FF6D388-5271-49EB-8F85-1A62E4D4652C}" destId="{5F5C3872-FC65-45E5-ABE8-941F2D48CC97}" srcOrd="2" destOrd="0" presId="urn:microsoft.com/office/officeart/2018/2/layout/IconLabelList"/>
    <dgm:cxn modelId="{3B352C59-6602-4A02-B896-DB255FA939F5}" type="presParOf" srcId="{48EF9160-B429-4C17-9B94-62EA4D61A077}" destId="{9EAC710C-4EFF-4E7B-B757-CF0FC865961F}" srcOrd="5" destOrd="0" presId="urn:microsoft.com/office/officeart/2018/2/layout/IconLabelList"/>
    <dgm:cxn modelId="{351DCEDB-7704-4CA2-81B8-69E000C21B67}" type="presParOf" srcId="{48EF9160-B429-4C17-9B94-62EA4D61A077}" destId="{1680768A-43FE-4888-9B8D-6E10199E0DFA}" srcOrd="6" destOrd="0" presId="urn:microsoft.com/office/officeart/2018/2/layout/IconLabelList"/>
    <dgm:cxn modelId="{69244E96-0330-43F0-8FFA-73FBB56A0B85}" type="presParOf" srcId="{1680768A-43FE-4888-9B8D-6E10199E0DFA}" destId="{1809F9F1-0EBA-4497-ADE0-DFCE8A65E499}" srcOrd="0" destOrd="0" presId="urn:microsoft.com/office/officeart/2018/2/layout/IconLabelList"/>
    <dgm:cxn modelId="{09631261-D96C-49CE-B16B-CD5EC84061EA}" type="presParOf" srcId="{1680768A-43FE-4888-9B8D-6E10199E0DFA}" destId="{1900F83C-721D-4DA7-BE53-5A69D08D0913}" srcOrd="1" destOrd="0" presId="urn:microsoft.com/office/officeart/2018/2/layout/IconLabelList"/>
    <dgm:cxn modelId="{CCD4287E-203A-464E-AD3D-B556682E3017}" type="presParOf" srcId="{1680768A-43FE-4888-9B8D-6E10199E0DFA}" destId="{3134AC06-83EB-4D73-8DD4-E6508F9C9AC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27594E0-7BA4-4918-9835-DBA82CD6470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256976E-182B-4A8D-A2BC-092BB1E063A8}">
      <dgm:prSet/>
      <dgm:spPr/>
      <dgm:t>
        <a:bodyPr/>
        <a:lstStyle/>
        <a:p>
          <a:pPr>
            <a:defRPr cap="all"/>
          </a:pPr>
          <a:r>
            <a:rPr lang="en-US"/>
            <a:t>• Returns hash code</a:t>
          </a:r>
        </a:p>
      </dgm:t>
    </dgm:pt>
    <dgm:pt modelId="{4B47FB37-CDC8-4ED5-90F1-CB6E8051574E}" type="parTrans" cxnId="{23087E2F-2219-48A1-8CCC-B615472AD408}">
      <dgm:prSet/>
      <dgm:spPr/>
      <dgm:t>
        <a:bodyPr/>
        <a:lstStyle/>
        <a:p>
          <a:endParaRPr lang="en-US"/>
        </a:p>
      </dgm:t>
    </dgm:pt>
    <dgm:pt modelId="{8B2B351B-55E9-4FF6-9D6A-CD7847FB17E0}" type="sibTrans" cxnId="{23087E2F-2219-48A1-8CCC-B615472AD408}">
      <dgm:prSet/>
      <dgm:spPr/>
      <dgm:t>
        <a:bodyPr/>
        <a:lstStyle/>
        <a:p>
          <a:endParaRPr lang="en-US"/>
        </a:p>
      </dgm:t>
    </dgm:pt>
    <dgm:pt modelId="{A2BB6184-5C42-424F-826D-6FBD89A5E080}">
      <dgm:prSet/>
      <dgm:spPr/>
      <dgm:t>
        <a:bodyPr/>
        <a:lstStyle/>
        <a:p>
          <a:pPr>
            <a:defRPr cap="all"/>
          </a:pPr>
          <a:r>
            <a:rPr lang="en-US"/>
            <a:t>• Used in collections</a:t>
          </a:r>
        </a:p>
      </dgm:t>
    </dgm:pt>
    <dgm:pt modelId="{A514AF35-BE16-4003-99FE-3A6ADF226006}" type="parTrans" cxnId="{63C8B539-E571-48FE-B1B1-AD3C8167733A}">
      <dgm:prSet/>
      <dgm:spPr/>
      <dgm:t>
        <a:bodyPr/>
        <a:lstStyle/>
        <a:p>
          <a:endParaRPr lang="en-US"/>
        </a:p>
      </dgm:t>
    </dgm:pt>
    <dgm:pt modelId="{D890E6BE-0E4B-4C19-9CA1-F1EC73EF1AB5}" type="sibTrans" cxnId="{63C8B539-E571-48FE-B1B1-AD3C8167733A}">
      <dgm:prSet/>
      <dgm:spPr/>
      <dgm:t>
        <a:bodyPr/>
        <a:lstStyle/>
        <a:p>
          <a:endParaRPr lang="en-US"/>
        </a:p>
      </dgm:t>
    </dgm:pt>
    <dgm:pt modelId="{466875C8-DA00-4081-9453-77833850A32F}">
      <dgm:prSet/>
      <dgm:spPr/>
      <dgm:t>
        <a:bodyPr/>
        <a:lstStyle/>
        <a:p>
          <a:pPr>
            <a:defRPr cap="all"/>
          </a:pPr>
          <a:r>
            <a:rPr lang="en-US"/>
            <a:t>• Must align with Equals</a:t>
          </a:r>
        </a:p>
      </dgm:t>
    </dgm:pt>
    <dgm:pt modelId="{5F8A8358-3047-4670-96FA-0F9BC9D1E4D1}" type="parTrans" cxnId="{24161219-C9EA-4353-A993-4968AD2DAF69}">
      <dgm:prSet/>
      <dgm:spPr/>
      <dgm:t>
        <a:bodyPr/>
        <a:lstStyle/>
        <a:p>
          <a:endParaRPr lang="en-US"/>
        </a:p>
      </dgm:t>
    </dgm:pt>
    <dgm:pt modelId="{B6327865-EF65-49E0-80D3-A53D9DF0569E}" type="sibTrans" cxnId="{24161219-C9EA-4353-A993-4968AD2DAF69}">
      <dgm:prSet/>
      <dgm:spPr/>
      <dgm:t>
        <a:bodyPr/>
        <a:lstStyle/>
        <a:p>
          <a:endParaRPr lang="en-US"/>
        </a:p>
      </dgm:t>
    </dgm:pt>
    <dgm:pt modelId="{248D61C3-3C4C-4C97-8889-B4E310670475}" type="pres">
      <dgm:prSet presAssocID="{A27594E0-7BA4-4918-9835-DBA82CD64702}" presName="root" presStyleCnt="0">
        <dgm:presLayoutVars>
          <dgm:dir/>
          <dgm:resizeHandles val="exact"/>
        </dgm:presLayoutVars>
      </dgm:prSet>
      <dgm:spPr/>
    </dgm:pt>
    <dgm:pt modelId="{3F11D692-1057-4BB3-AFF2-782ED385F493}" type="pres">
      <dgm:prSet presAssocID="{9256976E-182B-4A8D-A2BC-092BB1E063A8}" presName="compNode" presStyleCnt="0"/>
      <dgm:spPr/>
    </dgm:pt>
    <dgm:pt modelId="{FB661EA6-6F5A-4F6D-AF23-C387AD38FB20}" type="pres">
      <dgm:prSet presAssocID="{9256976E-182B-4A8D-A2BC-092BB1E063A8}" presName="iconBgRect" presStyleLbl="bgShp" presStyleIdx="0" presStyleCnt="3"/>
      <dgm:spPr/>
    </dgm:pt>
    <dgm:pt modelId="{A65F33C7-AB44-4D55-B523-3C92C44D86EF}" type="pres">
      <dgm:prSet presAssocID="{9256976E-182B-4A8D-A2BC-092BB1E063A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D774D2E4-F755-4DD9-85A2-0421B031B5CD}" type="pres">
      <dgm:prSet presAssocID="{9256976E-182B-4A8D-A2BC-092BB1E063A8}" presName="spaceRect" presStyleCnt="0"/>
      <dgm:spPr/>
    </dgm:pt>
    <dgm:pt modelId="{3C03973C-24FE-4789-8F19-9D0D3B928C11}" type="pres">
      <dgm:prSet presAssocID="{9256976E-182B-4A8D-A2BC-092BB1E063A8}" presName="textRect" presStyleLbl="revTx" presStyleIdx="0" presStyleCnt="3">
        <dgm:presLayoutVars>
          <dgm:chMax val="1"/>
          <dgm:chPref val="1"/>
        </dgm:presLayoutVars>
      </dgm:prSet>
      <dgm:spPr/>
    </dgm:pt>
    <dgm:pt modelId="{5F87001D-C9B2-4482-AB7E-4D10F815CF87}" type="pres">
      <dgm:prSet presAssocID="{8B2B351B-55E9-4FF6-9D6A-CD7847FB17E0}" presName="sibTrans" presStyleCnt="0"/>
      <dgm:spPr/>
    </dgm:pt>
    <dgm:pt modelId="{1FD4ED00-AB3E-4A31-9E09-EA0A24E400D9}" type="pres">
      <dgm:prSet presAssocID="{A2BB6184-5C42-424F-826D-6FBD89A5E080}" presName="compNode" presStyleCnt="0"/>
      <dgm:spPr/>
    </dgm:pt>
    <dgm:pt modelId="{FD127475-8894-46AE-8199-DE0CB45AC231}" type="pres">
      <dgm:prSet presAssocID="{A2BB6184-5C42-424F-826D-6FBD89A5E080}" presName="iconBgRect" presStyleLbl="bgShp" presStyleIdx="1" presStyleCnt="3"/>
      <dgm:spPr/>
    </dgm:pt>
    <dgm:pt modelId="{30FFAEF2-0BC0-4389-ACB2-6CA4D60F8DF1}" type="pres">
      <dgm:prSet presAssocID="{A2BB6184-5C42-424F-826D-6FBD89A5E08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"/>
        </a:ext>
      </dgm:extLst>
    </dgm:pt>
    <dgm:pt modelId="{D9F1E057-F645-4068-858E-30683BFF5EAB}" type="pres">
      <dgm:prSet presAssocID="{A2BB6184-5C42-424F-826D-6FBD89A5E080}" presName="spaceRect" presStyleCnt="0"/>
      <dgm:spPr/>
    </dgm:pt>
    <dgm:pt modelId="{03E95ECC-3037-4E98-880B-E697DFA0A6E5}" type="pres">
      <dgm:prSet presAssocID="{A2BB6184-5C42-424F-826D-6FBD89A5E080}" presName="textRect" presStyleLbl="revTx" presStyleIdx="1" presStyleCnt="3">
        <dgm:presLayoutVars>
          <dgm:chMax val="1"/>
          <dgm:chPref val="1"/>
        </dgm:presLayoutVars>
      </dgm:prSet>
      <dgm:spPr/>
    </dgm:pt>
    <dgm:pt modelId="{88DA528A-7EE5-4AB3-8E8B-8786D5FD496B}" type="pres">
      <dgm:prSet presAssocID="{D890E6BE-0E4B-4C19-9CA1-F1EC73EF1AB5}" presName="sibTrans" presStyleCnt="0"/>
      <dgm:spPr/>
    </dgm:pt>
    <dgm:pt modelId="{BC70C319-92B2-4690-8F65-6C72234B9EB2}" type="pres">
      <dgm:prSet presAssocID="{466875C8-DA00-4081-9453-77833850A32F}" presName="compNode" presStyleCnt="0"/>
      <dgm:spPr/>
    </dgm:pt>
    <dgm:pt modelId="{5CFAE018-ABCF-4219-9078-33C048CE0207}" type="pres">
      <dgm:prSet presAssocID="{466875C8-DA00-4081-9453-77833850A32F}" presName="iconBgRect" presStyleLbl="bgShp" presStyleIdx="2" presStyleCnt="3"/>
      <dgm:spPr/>
    </dgm:pt>
    <dgm:pt modelId="{F1316585-BFB2-4983-AB60-31A628C8FFBE}" type="pres">
      <dgm:prSet presAssocID="{466875C8-DA00-4081-9453-77833850A32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 Bookmark"/>
        </a:ext>
      </dgm:extLst>
    </dgm:pt>
    <dgm:pt modelId="{F861803E-2360-4774-A729-182E98F80E7D}" type="pres">
      <dgm:prSet presAssocID="{466875C8-DA00-4081-9453-77833850A32F}" presName="spaceRect" presStyleCnt="0"/>
      <dgm:spPr/>
    </dgm:pt>
    <dgm:pt modelId="{D6AE1EE4-6E14-4A20-B6E8-C33B6073095B}" type="pres">
      <dgm:prSet presAssocID="{466875C8-DA00-4081-9453-77833850A32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4161219-C9EA-4353-A993-4968AD2DAF69}" srcId="{A27594E0-7BA4-4918-9835-DBA82CD64702}" destId="{466875C8-DA00-4081-9453-77833850A32F}" srcOrd="2" destOrd="0" parTransId="{5F8A8358-3047-4670-96FA-0F9BC9D1E4D1}" sibTransId="{B6327865-EF65-49E0-80D3-A53D9DF0569E}"/>
    <dgm:cxn modelId="{23087E2F-2219-48A1-8CCC-B615472AD408}" srcId="{A27594E0-7BA4-4918-9835-DBA82CD64702}" destId="{9256976E-182B-4A8D-A2BC-092BB1E063A8}" srcOrd="0" destOrd="0" parTransId="{4B47FB37-CDC8-4ED5-90F1-CB6E8051574E}" sibTransId="{8B2B351B-55E9-4FF6-9D6A-CD7847FB17E0}"/>
    <dgm:cxn modelId="{A030F435-1263-4DB9-9D28-6C6FD82EA266}" type="presOf" srcId="{466875C8-DA00-4081-9453-77833850A32F}" destId="{D6AE1EE4-6E14-4A20-B6E8-C33B6073095B}" srcOrd="0" destOrd="0" presId="urn:microsoft.com/office/officeart/2018/5/layout/IconCircleLabelList"/>
    <dgm:cxn modelId="{63C8B539-E571-48FE-B1B1-AD3C8167733A}" srcId="{A27594E0-7BA4-4918-9835-DBA82CD64702}" destId="{A2BB6184-5C42-424F-826D-6FBD89A5E080}" srcOrd="1" destOrd="0" parTransId="{A514AF35-BE16-4003-99FE-3A6ADF226006}" sibTransId="{D890E6BE-0E4B-4C19-9CA1-F1EC73EF1AB5}"/>
    <dgm:cxn modelId="{A173A772-16FE-4D44-91C4-A918EEA70267}" type="presOf" srcId="{A27594E0-7BA4-4918-9835-DBA82CD64702}" destId="{248D61C3-3C4C-4C97-8889-B4E310670475}" srcOrd="0" destOrd="0" presId="urn:microsoft.com/office/officeart/2018/5/layout/IconCircleLabelList"/>
    <dgm:cxn modelId="{F98CFAE2-A4AC-4CFE-BD7A-33D1BEF1927C}" type="presOf" srcId="{9256976E-182B-4A8D-A2BC-092BB1E063A8}" destId="{3C03973C-24FE-4789-8F19-9D0D3B928C11}" srcOrd="0" destOrd="0" presId="urn:microsoft.com/office/officeart/2018/5/layout/IconCircleLabelList"/>
    <dgm:cxn modelId="{05EE39FC-B167-4204-90F0-AA1903373F45}" type="presOf" srcId="{A2BB6184-5C42-424F-826D-6FBD89A5E080}" destId="{03E95ECC-3037-4E98-880B-E697DFA0A6E5}" srcOrd="0" destOrd="0" presId="urn:microsoft.com/office/officeart/2018/5/layout/IconCircleLabelList"/>
    <dgm:cxn modelId="{D744C464-8015-4B96-8097-E5462104A485}" type="presParOf" srcId="{248D61C3-3C4C-4C97-8889-B4E310670475}" destId="{3F11D692-1057-4BB3-AFF2-782ED385F493}" srcOrd="0" destOrd="0" presId="urn:microsoft.com/office/officeart/2018/5/layout/IconCircleLabelList"/>
    <dgm:cxn modelId="{443EE582-5DE5-4362-8DED-41BA056D9781}" type="presParOf" srcId="{3F11D692-1057-4BB3-AFF2-782ED385F493}" destId="{FB661EA6-6F5A-4F6D-AF23-C387AD38FB20}" srcOrd="0" destOrd="0" presId="urn:microsoft.com/office/officeart/2018/5/layout/IconCircleLabelList"/>
    <dgm:cxn modelId="{3CFC675A-C5A1-42AE-8471-B15FF566C6C9}" type="presParOf" srcId="{3F11D692-1057-4BB3-AFF2-782ED385F493}" destId="{A65F33C7-AB44-4D55-B523-3C92C44D86EF}" srcOrd="1" destOrd="0" presId="urn:microsoft.com/office/officeart/2018/5/layout/IconCircleLabelList"/>
    <dgm:cxn modelId="{9230D1C0-42AB-4D0B-B72B-BD4159FD1766}" type="presParOf" srcId="{3F11D692-1057-4BB3-AFF2-782ED385F493}" destId="{D774D2E4-F755-4DD9-85A2-0421B031B5CD}" srcOrd="2" destOrd="0" presId="urn:microsoft.com/office/officeart/2018/5/layout/IconCircleLabelList"/>
    <dgm:cxn modelId="{AA62B2C9-25C7-48B8-A3CA-F9CE3DDDB7D4}" type="presParOf" srcId="{3F11D692-1057-4BB3-AFF2-782ED385F493}" destId="{3C03973C-24FE-4789-8F19-9D0D3B928C11}" srcOrd="3" destOrd="0" presId="urn:microsoft.com/office/officeart/2018/5/layout/IconCircleLabelList"/>
    <dgm:cxn modelId="{455CF0A5-C404-4F4C-B475-D64C320D6A51}" type="presParOf" srcId="{248D61C3-3C4C-4C97-8889-B4E310670475}" destId="{5F87001D-C9B2-4482-AB7E-4D10F815CF87}" srcOrd="1" destOrd="0" presId="urn:microsoft.com/office/officeart/2018/5/layout/IconCircleLabelList"/>
    <dgm:cxn modelId="{034637E4-17AF-4A3A-A8BA-F8FF768E730F}" type="presParOf" srcId="{248D61C3-3C4C-4C97-8889-B4E310670475}" destId="{1FD4ED00-AB3E-4A31-9E09-EA0A24E400D9}" srcOrd="2" destOrd="0" presId="urn:microsoft.com/office/officeart/2018/5/layout/IconCircleLabelList"/>
    <dgm:cxn modelId="{8F42AA44-4459-4343-8CE1-13685E56D369}" type="presParOf" srcId="{1FD4ED00-AB3E-4A31-9E09-EA0A24E400D9}" destId="{FD127475-8894-46AE-8199-DE0CB45AC231}" srcOrd="0" destOrd="0" presId="urn:microsoft.com/office/officeart/2018/5/layout/IconCircleLabelList"/>
    <dgm:cxn modelId="{A876F1FF-38F9-4D48-9AE6-7BCCABD0BD67}" type="presParOf" srcId="{1FD4ED00-AB3E-4A31-9E09-EA0A24E400D9}" destId="{30FFAEF2-0BC0-4389-ACB2-6CA4D60F8DF1}" srcOrd="1" destOrd="0" presId="urn:microsoft.com/office/officeart/2018/5/layout/IconCircleLabelList"/>
    <dgm:cxn modelId="{CA38B2B1-0ED5-448E-BCFB-B264EB3CD591}" type="presParOf" srcId="{1FD4ED00-AB3E-4A31-9E09-EA0A24E400D9}" destId="{D9F1E057-F645-4068-858E-30683BFF5EAB}" srcOrd="2" destOrd="0" presId="urn:microsoft.com/office/officeart/2018/5/layout/IconCircleLabelList"/>
    <dgm:cxn modelId="{094451FF-6328-4B3B-A593-2FFC207D3BBB}" type="presParOf" srcId="{1FD4ED00-AB3E-4A31-9E09-EA0A24E400D9}" destId="{03E95ECC-3037-4E98-880B-E697DFA0A6E5}" srcOrd="3" destOrd="0" presId="urn:microsoft.com/office/officeart/2018/5/layout/IconCircleLabelList"/>
    <dgm:cxn modelId="{3E80D670-4430-429D-8348-6144F9C9CEE1}" type="presParOf" srcId="{248D61C3-3C4C-4C97-8889-B4E310670475}" destId="{88DA528A-7EE5-4AB3-8E8B-8786D5FD496B}" srcOrd="3" destOrd="0" presId="urn:microsoft.com/office/officeart/2018/5/layout/IconCircleLabelList"/>
    <dgm:cxn modelId="{B0AA4630-70F2-416D-A0F5-75B15B230670}" type="presParOf" srcId="{248D61C3-3C4C-4C97-8889-B4E310670475}" destId="{BC70C319-92B2-4690-8F65-6C72234B9EB2}" srcOrd="4" destOrd="0" presId="urn:microsoft.com/office/officeart/2018/5/layout/IconCircleLabelList"/>
    <dgm:cxn modelId="{ECD53C42-27D7-4B81-BAE9-9D232D30F22D}" type="presParOf" srcId="{BC70C319-92B2-4690-8F65-6C72234B9EB2}" destId="{5CFAE018-ABCF-4219-9078-33C048CE0207}" srcOrd="0" destOrd="0" presId="urn:microsoft.com/office/officeart/2018/5/layout/IconCircleLabelList"/>
    <dgm:cxn modelId="{3AE5064C-437A-4184-8B39-BC08BCAFD5B3}" type="presParOf" srcId="{BC70C319-92B2-4690-8F65-6C72234B9EB2}" destId="{F1316585-BFB2-4983-AB60-31A628C8FFBE}" srcOrd="1" destOrd="0" presId="urn:microsoft.com/office/officeart/2018/5/layout/IconCircleLabelList"/>
    <dgm:cxn modelId="{9E1C2A19-B0E8-4BDB-8F35-27DC21C3D40B}" type="presParOf" srcId="{BC70C319-92B2-4690-8F65-6C72234B9EB2}" destId="{F861803E-2360-4774-A729-182E98F80E7D}" srcOrd="2" destOrd="0" presId="urn:microsoft.com/office/officeart/2018/5/layout/IconCircleLabelList"/>
    <dgm:cxn modelId="{A58BACBF-BD18-4868-BC1D-9ED26CE21541}" type="presParOf" srcId="{BC70C319-92B2-4690-8F65-6C72234B9EB2}" destId="{D6AE1EE4-6E14-4A20-B6E8-C33B6073095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17D766D-AF16-4179-AD60-5C3672E9CDE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D741FA7-39E5-4567-8808-8E5D6F92C00F}">
      <dgm:prSet/>
      <dgm:spPr/>
      <dgm:t>
        <a:bodyPr/>
        <a:lstStyle/>
        <a:p>
          <a:r>
            <a:rPr lang="en-US"/>
            <a:t>• Returns runtime type</a:t>
          </a:r>
        </a:p>
      </dgm:t>
    </dgm:pt>
    <dgm:pt modelId="{FEA2B4C3-408C-495F-98C2-E49E072D48F2}" type="parTrans" cxnId="{86B35319-672F-4CBA-9091-F22F7222DDD0}">
      <dgm:prSet/>
      <dgm:spPr/>
      <dgm:t>
        <a:bodyPr/>
        <a:lstStyle/>
        <a:p>
          <a:endParaRPr lang="en-US"/>
        </a:p>
      </dgm:t>
    </dgm:pt>
    <dgm:pt modelId="{02B0D3E6-862D-4689-B024-49DA5CDC11F7}" type="sibTrans" cxnId="{86B35319-672F-4CBA-9091-F22F7222DDD0}">
      <dgm:prSet/>
      <dgm:spPr/>
      <dgm:t>
        <a:bodyPr/>
        <a:lstStyle/>
        <a:p>
          <a:endParaRPr lang="en-US"/>
        </a:p>
      </dgm:t>
    </dgm:pt>
    <dgm:pt modelId="{A76C417F-DA3C-4AC6-90E2-BBD9EC34529D}">
      <dgm:prSet/>
      <dgm:spPr/>
      <dgm:t>
        <a:bodyPr/>
        <a:lstStyle/>
        <a:p>
          <a:r>
            <a:rPr lang="en-US"/>
            <a:t>Example:</a:t>
          </a:r>
        </a:p>
      </dgm:t>
    </dgm:pt>
    <dgm:pt modelId="{A5EBD282-7979-4088-AF24-2DCADEEA9E87}" type="parTrans" cxnId="{CEB56E24-9D2B-45AD-B342-BB9C721B55E8}">
      <dgm:prSet/>
      <dgm:spPr/>
      <dgm:t>
        <a:bodyPr/>
        <a:lstStyle/>
        <a:p>
          <a:endParaRPr lang="en-US"/>
        </a:p>
      </dgm:t>
    </dgm:pt>
    <dgm:pt modelId="{C061C6E5-789E-4E2E-9DD7-EE1B73EA4AD6}" type="sibTrans" cxnId="{CEB56E24-9D2B-45AD-B342-BB9C721B55E8}">
      <dgm:prSet/>
      <dgm:spPr/>
      <dgm:t>
        <a:bodyPr/>
        <a:lstStyle/>
        <a:p>
          <a:endParaRPr lang="en-US"/>
        </a:p>
      </dgm:t>
    </dgm:pt>
    <dgm:pt modelId="{3BE97B77-8C0B-47A7-8674-1981056AE174}">
      <dgm:prSet/>
      <dgm:spPr/>
      <dgm:t>
        <a:bodyPr/>
        <a:lstStyle/>
        <a:p>
          <a:r>
            <a:rPr lang="en-US"/>
            <a:t>obj.GetType()</a:t>
          </a:r>
        </a:p>
      </dgm:t>
    </dgm:pt>
    <dgm:pt modelId="{4C1E6B36-57F5-4C6C-9280-37F0628290E5}" type="parTrans" cxnId="{0A1958ED-E9FB-4430-B5A6-BA4E7BD1995B}">
      <dgm:prSet/>
      <dgm:spPr/>
      <dgm:t>
        <a:bodyPr/>
        <a:lstStyle/>
        <a:p>
          <a:endParaRPr lang="en-US"/>
        </a:p>
      </dgm:t>
    </dgm:pt>
    <dgm:pt modelId="{CF6AAC80-91EF-4E32-9C47-4D821EB291BD}" type="sibTrans" cxnId="{0A1958ED-E9FB-4430-B5A6-BA4E7BD1995B}">
      <dgm:prSet/>
      <dgm:spPr/>
      <dgm:t>
        <a:bodyPr/>
        <a:lstStyle/>
        <a:p>
          <a:endParaRPr lang="en-US"/>
        </a:p>
      </dgm:t>
    </dgm:pt>
    <dgm:pt modelId="{A9B4211F-86E1-4C25-8117-FCD73DD92E05}" type="pres">
      <dgm:prSet presAssocID="{117D766D-AF16-4179-AD60-5C3672E9CDE0}" presName="root" presStyleCnt="0">
        <dgm:presLayoutVars>
          <dgm:dir/>
          <dgm:resizeHandles val="exact"/>
        </dgm:presLayoutVars>
      </dgm:prSet>
      <dgm:spPr/>
    </dgm:pt>
    <dgm:pt modelId="{9BCD3C43-8EF6-4A1B-905C-AB11A63CB92E}" type="pres">
      <dgm:prSet presAssocID="{FD741FA7-39E5-4567-8808-8E5D6F92C00F}" presName="compNode" presStyleCnt="0"/>
      <dgm:spPr/>
    </dgm:pt>
    <dgm:pt modelId="{24D347F8-F7C1-4A60-8641-684BB4CE8EC3}" type="pres">
      <dgm:prSet presAssocID="{FD741FA7-39E5-4567-8808-8E5D6F92C00F}" presName="bgRect" presStyleLbl="bgShp" presStyleIdx="0" presStyleCnt="3"/>
      <dgm:spPr/>
    </dgm:pt>
    <dgm:pt modelId="{034A071C-2940-4352-91AA-9F0E3F5BDDF4}" type="pres">
      <dgm:prSet presAssocID="{FD741FA7-39E5-4567-8808-8E5D6F92C00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6BF2B99-28B3-4079-B98A-82C796314D86}" type="pres">
      <dgm:prSet presAssocID="{FD741FA7-39E5-4567-8808-8E5D6F92C00F}" presName="spaceRect" presStyleCnt="0"/>
      <dgm:spPr/>
    </dgm:pt>
    <dgm:pt modelId="{49CD05BB-C572-4DB8-99C5-F7E8C71916D2}" type="pres">
      <dgm:prSet presAssocID="{FD741FA7-39E5-4567-8808-8E5D6F92C00F}" presName="parTx" presStyleLbl="revTx" presStyleIdx="0" presStyleCnt="3">
        <dgm:presLayoutVars>
          <dgm:chMax val="0"/>
          <dgm:chPref val="0"/>
        </dgm:presLayoutVars>
      </dgm:prSet>
      <dgm:spPr/>
    </dgm:pt>
    <dgm:pt modelId="{9ECC4088-79E5-4586-A1D3-791725E09B73}" type="pres">
      <dgm:prSet presAssocID="{02B0D3E6-862D-4689-B024-49DA5CDC11F7}" presName="sibTrans" presStyleCnt="0"/>
      <dgm:spPr/>
    </dgm:pt>
    <dgm:pt modelId="{866C1195-1303-4C5C-A960-576514E6880A}" type="pres">
      <dgm:prSet presAssocID="{A76C417F-DA3C-4AC6-90E2-BBD9EC34529D}" presName="compNode" presStyleCnt="0"/>
      <dgm:spPr/>
    </dgm:pt>
    <dgm:pt modelId="{1F1056CE-3B1D-41AA-A413-E6C9F1F8B446}" type="pres">
      <dgm:prSet presAssocID="{A76C417F-DA3C-4AC6-90E2-BBD9EC34529D}" presName="bgRect" presStyleLbl="bgShp" presStyleIdx="1" presStyleCnt="3"/>
      <dgm:spPr/>
    </dgm:pt>
    <dgm:pt modelId="{64E13646-F709-4168-AA53-49323D499FB3}" type="pres">
      <dgm:prSet presAssocID="{A76C417F-DA3C-4AC6-90E2-BBD9EC34529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130D553-31B0-48A5-8E77-9B1AF94B8C71}" type="pres">
      <dgm:prSet presAssocID="{A76C417F-DA3C-4AC6-90E2-BBD9EC34529D}" presName="spaceRect" presStyleCnt="0"/>
      <dgm:spPr/>
    </dgm:pt>
    <dgm:pt modelId="{FE41A000-89D9-41A1-814C-5DADE26E1C61}" type="pres">
      <dgm:prSet presAssocID="{A76C417F-DA3C-4AC6-90E2-BBD9EC34529D}" presName="parTx" presStyleLbl="revTx" presStyleIdx="1" presStyleCnt="3">
        <dgm:presLayoutVars>
          <dgm:chMax val="0"/>
          <dgm:chPref val="0"/>
        </dgm:presLayoutVars>
      </dgm:prSet>
      <dgm:spPr/>
    </dgm:pt>
    <dgm:pt modelId="{2D2190C1-1E0D-47E6-8DEF-DA151E6602CD}" type="pres">
      <dgm:prSet presAssocID="{C061C6E5-789E-4E2E-9DD7-EE1B73EA4AD6}" presName="sibTrans" presStyleCnt="0"/>
      <dgm:spPr/>
    </dgm:pt>
    <dgm:pt modelId="{1C720BFA-08CA-46C8-9C3E-4499625EC5C6}" type="pres">
      <dgm:prSet presAssocID="{3BE97B77-8C0B-47A7-8674-1981056AE174}" presName="compNode" presStyleCnt="0"/>
      <dgm:spPr/>
    </dgm:pt>
    <dgm:pt modelId="{C4A955F4-7CD0-418F-93E8-70EC09A2621F}" type="pres">
      <dgm:prSet presAssocID="{3BE97B77-8C0B-47A7-8674-1981056AE174}" presName="bgRect" presStyleLbl="bgShp" presStyleIdx="2" presStyleCnt="3"/>
      <dgm:spPr/>
    </dgm:pt>
    <dgm:pt modelId="{DFBAC367-9C2A-4B06-9513-348A946A7A9D}" type="pres">
      <dgm:prSet presAssocID="{3BE97B77-8C0B-47A7-8674-1981056AE17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0957675-D38F-42D2-93C1-13D3578AB84B}" type="pres">
      <dgm:prSet presAssocID="{3BE97B77-8C0B-47A7-8674-1981056AE174}" presName="spaceRect" presStyleCnt="0"/>
      <dgm:spPr/>
    </dgm:pt>
    <dgm:pt modelId="{9EDE3B27-6023-46D3-B641-8133A5D9D47F}" type="pres">
      <dgm:prSet presAssocID="{3BE97B77-8C0B-47A7-8674-1981056AE17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32BDB01-A24F-446B-8C33-9DF680ED4FE5}" type="presOf" srcId="{A76C417F-DA3C-4AC6-90E2-BBD9EC34529D}" destId="{FE41A000-89D9-41A1-814C-5DADE26E1C61}" srcOrd="0" destOrd="0" presId="urn:microsoft.com/office/officeart/2018/2/layout/IconVerticalSolidList"/>
    <dgm:cxn modelId="{86B35319-672F-4CBA-9091-F22F7222DDD0}" srcId="{117D766D-AF16-4179-AD60-5C3672E9CDE0}" destId="{FD741FA7-39E5-4567-8808-8E5D6F92C00F}" srcOrd="0" destOrd="0" parTransId="{FEA2B4C3-408C-495F-98C2-E49E072D48F2}" sibTransId="{02B0D3E6-862D-4689-B024-49DA5CDC11F7}"/>
    <dgm:cxn modelId="{CEB56E24-9D2B-45AD-B342-BB9C721B55E8}" srcId="{117D766D-AF16-4179-AD60-5C3672E9CDE0}" destId="{A76C417F-DA3C-4AC6-90E2-BBD9EC34529D}" srcOrd="1" destOrd="0" parTransId="{A5EBD282-7979-4088-AF24-2DCADEEA9E87}" sibTransId="{C061C6E5-789E-4E2E-9DD7-EE1B73EA4AD6}"/>
    <dgm:cxn modelId="{DA406334-EF75-442B-98D7-76EA43A9C1E2}" type="presOf" srcId="{117D766D-AF16-4179-AD60-5C3672E9CDE0}" destId="{A9B4211F-86E1-4C25-8117-FCD73DD92E05}" srcOrd="0" destOrd="0" presId="urn:microsoft.com/office/officeart/2018/2/layout/IconVerticalSolidList"/>
    <dgm:cxn modelId="{4DA2263A-2FAE-4355-84C0-5C91494D3655}" type="presOf" srcId="{3BE97B77-8C0B-47A7-8674-1981056AE174}" destId="{9EDE3B27-6023-46D3-B641-8133A5D9D47F}" srcOrd="0" destOrd="0" presId="urn:microsoft.com/office/officeart/2018/2/layout/IconVerticalSolidList"/>
    <dgm:cxn modelId="{055A2570-A859-4C1E-881B-20A8201B73CB}" type="presOf" srcId="{FD741FA7-39E5-4567-8808-8E5D6F92C00F}" destId="{49CD05BB-C572-4DB8-99C5-F7E8C71916D2}" srcOrd="0" destOrd="0" presId="urn:microsoft.com/office/officeart/2018/2/layout/IconVerticalSolidList"/>
    <dgm:cxn modelId="{0A1958ED-E9FB-4430-B5A6-BA4E7BD1995B}" srcId="{117D766D-AF16-4179-AD60-5C3672E9CDE0}" destId="{3BE97B77-8C0B-47A7-8674-1981056AE174}" srcOrd="2" destOrd="0" parTransId="{4C1E6B36-57F5-4C6C-9280-37F0628290E5}" sibTransId="{CF6AAC80-91EF-4E32-9C47-4D821EB291BD}"/>
    <dgm:cxn modelId="{8F2A9568-8F6F-4F10-A8DE-B7EDB007F96A}" type="presParOf" srcId="{A9B4211F-86E1-4C25-8117-FCD73DD92E05}" destId="{9BCD3C43-8EF6-4A1B-905C-AB11A63CB92E}" srcOrd="0" destOrd="0" presId="urn:microsoft.com/office/officeart/2018/2/layout/IconVerticalSolidList"/>
    <dgm:cxn modelId="{B14BDAB3-3C3F-4A10-986D-CF1E9598E0E2}" type="presParOf" srcId="{9BCD3C43-8EF6-4A1B-905C-AB11A63CB92E}" destId="{24D347F8-F7C1-4A60-8641-684BB4CE8EC3}" srcOrd="0" destOrd="0" presId="urn:microsoft.com/office/officeart/2018/2/layout/IconVerticalSolidList"/>
    <dgm:cxn modelId="{6CB80F8A-15C3-47D4-B6D1-D47E8735575A}" type="presParOf" srcId="{9BCD3C43-8EF6-4A1B-905C-AB11A63CB92E}" destId="{034A071C-2940-4352-91AA-9F0E3F5BDDF4}" srcOrd="1" destOrd="0" presId="urn:microsoft.com/office/officeart/2018/2/layout/IconVerticalSolidList"/>
    <dgm:cxn modelId="{A216CCD4-161B-4AC7-B385-E18E9EB38FEC}" type="presParOf" srcId="{9BCD3C43-8EF6-4A1B-905C-AB11A63CB92E}" destId="{56BF2B99-28B3-4079-B98A-82C796314D86}" srcOrd="2" destOrd="0" presId="urn:microsoft.com/office/officeart/2018/2/layout/IconVerticalSolidList"/>
    <dgm:cxn modelId="{0687B21B-9D28-4DF6-9236-0230323D3E2C}" type="presParOf" srcId="{9BCD3C43-8EF6-4A1B-905C-AB11A63CB92E}" destId="{49CD05BB-C572-4DB8-99C5-F7E8C71916D2}" srcOrd="3" destOrd="0" presId="urn:microsoft.com/office/officeart/2018/2/layout/IconVerticalSolidList"/>
    <dgm:cxn modelId="{78D1A477-B0E7-4887-B38F-0EAA60B40681}" type="presParOf" srcId="{A9B4211F-86E1-4C25-8117-FCD73DD92E05}" destId="{9ECC4088-79E5-4586-A1D3-791725E09B73}" srcOrd="1" destOrd="0" presId="urn:microsoft.com/office/officeart/2018/2/layout/IconVerticalSolidList"/>
    <dgm:cxn modelId="{097B5287-E79C-4F8B-941F-E68A11A2231B}" type="presParOf" srcId="{A9B4211F-86E1-4C25-8117-FCD73DD92E05}" destId="{866C1195-1303-4C5C-A960-576514E6880A}" srcOrd="2" destOrd="0" presId="urn:microsoft.com/office/officeart/2018/2/layout/IconVerticalSolidList"/>
    <dgm:cxn modelId="{8237A2BD-D7D1-4DC7-85B9-8FC42112FB0D}" type="presParOf" srcId="{866C1195-1303-4C5C-A960-576514E6880A}" destId="{1F1056CE-3B1D-41AA-A413-E6C9F1F8B446}" srcOrd="0" destOrd="0" presId="urn:microsoft.com/office/officeart/2018/2/layout/IconVerticalSolidList"/>
    <dgm:cxn modelId="{19FC48B4-AB7D-41E6-A3F2-43AA9B55FBE5}" type="presParOf" srcId="{866C1195-1303-4C5C-A960-576514E6880A}" destId="{64E13646-F709-4168-AA53-49323D499FB3}" srcOrd="1" destOrd="0" presId="urn:microsoft.com/office/officeart/2018/2/layout/IconVerticalSolidList"/>
    <dgm:cxn modelId="{F83F9DE1-161F-4A89-AA27-6A25323FC24C}" type="presParOf" srcId="{866C1195-1303-4C5C-A960-576514E6880A}" destId="{D130D553-31B0-48A5-8E77-9B1AF94B8C71}" srcOrd="2" destOrd="0" presId="urn:microsoft.com/office/officeart/2018/2/layout/IconVerticalSolidList"/>
    <dgm:cxn modelId="{AECD15D3-B7C6-40A5-919D-8A1FE60560D9}" type="presParOf" srcId="{866C1195-1303-4C5C-A960-576514E6880A}" destId="{FE41A000-89D9-41A1-814C-5DADE26E1C61}" srcOrd="3" destOrd="0" presId="urn:microsoft.com/office/officeart/2018/2/layout/IconVerticalSolidList"/>
    <dgm:cxn modelId="{87F5A99A-F740-4589-93E9-82ABBCCFED7D}" type="presParOf" srcId="{A9B4211F-86E1-4C25-8117-FCD73DD92E05}" destId="{2D2190C1-1E0D-47E6-8DEF-DA151E6602CD}" srcOrd="3" destOrd="0" presId="urn:microsoft.com/office/officeart/2018/2/layout/IconVerticalSolidList"/>
    <dgm:cxn modelId="{02DEE875-6522-4860-B265-D22D6CADE729}" type="presParOf" srcId="{A9B4211F-86E1-4C25-8117-FCD73DD92E05}" destId="{1C720BFA-08CA-46C8-9C3E-4499625EC5C6}" srcOrd="4" destOrd="0" presId="urn:microsoft.com/office/officeart/2018/2/layout/IconVerticalSolidList"/>
    <dgm:cxn modelId="{3DC19841-1CFA-40B0-B676-8C80004E9A9A}" type="presParOf" srcId="{1C720BFA-08CA-46C8-9C3E-4499625EC5C6}" destId="{C4A955F4-7CD0-418F-93E8-70EC09A2621F}" srcOrd="0" destOrd="0" presId="urn:microsoft.com/office/officeart/2018/2/layout/IconVerticalSolidList"/>
    <dgm:cxn modelId="{41E7B65B-F0B4-40C8-9A24-082D5568E857}" type="presParOf" srcId="{1C720BFA-08CA-46C8-9C3E-4499625EC5C6}" destId="{DFBAC367-9C2A-4B06-9513-348A946A7A9D}" srcOrd="1" destOrd="0" presId="urn:microsoft.com/office/officeart/2018/2/layout/IconVerticalSolidList"/>
    <dgm:cxn modelId="{E7CCF1BE-44E1-4A54-ADF1-5A88535EBF1C}" type="presParOf" srcId="{1C720BFA-08CA-46C8-9C3E-4499625EC5C6}" destId="{90957675-D38F-42D2-93C1-13D3578AB84B}" srcOrd="2" destOrd="0" presId="urn:microsoft.com/office/officeart/2018/2/layout/IconVerticalSolidList"/>
    <dgm:cxn modelId="{25F4CD5B-A792-4285-ADA7-EEC196E77DA2}" type="presParOf" srcId="{1C720BFA-08CA-46C8-9C3E-4499625EC5C6}" destId="{9EDE3B27-6023-46D3-B641-8133A5D9D4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B798F-193C-4AB1-9206-2D27710B738D}">
      <dsp:nvSpPr>
        <dsp:cNvPr id="0" name=""/>
        <dsp:cNvSpPr/>
      </dsp:nvSpPr>
      <dsp:spPr>
        <a:xfrm>
          <a:off x="0" y="1591"/>
          <a:ext cx="4231481" cy="6783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6D805-9DE4-44D2-AE1E-5183830EFFE2}">
      <dsp:nvSpPr>
        <dsp:cNvPr id="0" name=""/>
        <dsp:cNvSpPr/>
      </dsp:nvSpPr>
      <dsp:spPr>
        <a:xfrm>
          <a:off x="205202" y="154221"/>
          <a:ext cx="373094" cy="3730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4EC45-C1E9-4634-8141-5977B7C3A9B2}">
      <dsp:nvSpPr>
        <dsp:cNvPr id="0" name=""/>
        <dsp:cNvSpPr/>
      </dsp:nvSpPr>
      <dsp:spPr>
        <a:xfrm>
          <a:off x="783498" y="1591"/>
          <a:ext cx="3447982" cy="67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92" tIns="71792" rIns="71792" bIns="717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C# OOP concepts</a:t>
          </a:r>
        </a:p>
      </dsp:txBody>
      <dsp:txXfrm>
        <a:off x="783498" y="1591"/>
        <a:ext cx="3447982" cy="678353"/>
      </dsp:txXfrm>
    </dsp:sp>
    <dsp:sp modelId="{54814507-C603-414F-B9AB-5C2130886AB9}">
      <dsp:nvSpPr>
        <dsp:cNvPr id="0" name=""/>
        <dsp:cNvSpPr/>
      </dsp:nvSpPr>
      <dsp:spPr>
        <a:xfrm>
          <a:off x="0" y="849534"/>
          <a:ext cx="4231481" cy="6783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42EA1F-D94C-459A-8988-5546ECBB29F3}">
      <dsp:nvSpPr>
        <dsp:cNvPr id="0" name=""/>
        <dsp:cNvSpPr/>
      </dsp:nvSpPr>
      <dsp:spPr>
        <a:xfrm>
          <a:off x="205202" y="1002164"/>
          <a:ext cx="373094" cy="3730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B7269-A10E-4106-B22E-7BE7200E4D6E}">
      <dsp:nvSpPr>
        <dsp:cNvPr id="0" name=""/>
        <dsp:cNvSpPr/>
      </dsp:nvSpPr>
      <dsp:spPr>
        <a:xfrm>
          <a:off x="783498" y="849534"/>
          <a:ext cx="3447982" cy="67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92" tIns="71792" rIns="71792" bIns="717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Abstract Classes</a:t>
          </a:r>
        </a:p>
      </dsp:txBody>
      <dsp:txXfrm>
        <a:off x="783498" y="849534"/>
        <a:ext cx="3447982" cy="678353"/>
      </dsp:txXfrm>
    </dsp:sp>
    <dsp:sp modelId="{4010E8E5-C4A4-42E5-B8D3-21011704DE46}">
      <dsp:nvSpPr>
        <dsp:cNvPr id="0" name=""/>
        <dsp:cNvSpPr/>
      </dsp:nvSpPr>
      <dsp:spPr>
        <a:xfrm>
          <a:off x="0" y="1697476"/>
          <a:ext cx="4231481" cy="6783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628CB-B87C-41E5-A242-AF353237487E}">
      <dsp:nvSpPr>
        <dsp:cNvPr id="0" name=""/>
        <dsp:cNvSpPr/>
      </dsp:nvSpPr>
      <dsp:spPr>
        <a:xfrm>
          <a:off x="205202" y="1850106"/>
          <a:ext cx="373094" cy="3730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41199-FC06-4287-9A6E-5C9C5638317F}">
      <dsp:nvSpPr>
        <dsp:cNvPr id="0" name=""/>
        <dsp:cNvSpPr/>
      </dsp:nvSpPr>
      <dsp:spPr>
        <a:xfrm>
          <a:off x="783498" y="1697476"/>
          <a:ext cx="3447982" cy="67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92" tIns="71792" rIns="71792" bIns="717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Interfaces</a:t>
          </a:r>
        </a:p>
      </dsp:txBody>
      <dsp:txXfrm>
        <a:off x="783498" y="1697476"/>
        <a:ext cx="3447982" cy="678353"/>
      </dsp:txXfrm>
    </dsp:sp>
    <dsp:sp modelId="{30FC45D7-4560-4CF4-82DA-E67923803BFB}">
      <dsp:nvSpPr>
        <dsp:cNvPr id="0" name=""/>
        <dsp:cNvSpPr/>
      </dsp:nvSpPr>
      <dsp:spPr>
        <a:xfrm>
          <a:off x="0" y="2545419"/>
          <a:ext cx="4231481" cy="6783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F2034-797C-4838-BE5D-06A98B9B77FA}">
      <dsp:nvSpPr>
        <dsp:cNvPr id="0" name=""/>
        <dsp:cNvSpPr/>
      </dsp:nvSpPr>
      <dsp:spPr>
        <a:xfrm>
          <a:off x="205202" y="2698048"/>
          <a:ext cx="373094" cy="3730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31B1E-9A27-4822-8C26-8B0667CC29A8}">
      <dsp:nvSpPr>
        <dsp:cNvPr id="0" name=""/>
        <dsp:cNvSpPr/>
      </dsp:nvSpPr>
      <dsp:spPr>
        <a:xfrm>
          <a:off x="783498" y="2545419"/>
          <a:ext cx="3447982" cy="67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92" tIns="71792" rIns="71792" bIns="717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Implementation</a:t>
          </a:r>
        </a:p>
      </dsp:txBody>
      <dsp:txXfrm>
        <a:off x="783498" y="2545419"/>
        <a:ext cx="3447982" cy="678353"/>
      </dsp:txXfrm>
    </dsp:sp>
    <dsp:sp modelId="{6FBBF923-8298-483F-805C-705DBA927586}">
      <dsp:nvSpPr>
        <dsp:cNvPr id="0" name=""/>
        <dsp:cNvSpPr/>
      </dsp:nvSpPr>
      <dsp:spPr>
        <a:xfrm>
          <a:off x="0" y="3393361"/>
          <a:ext cx="4231481" cy="6783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5AD30-366C-4666-B9F8-E24CFA94BC63}">
      <dsp:nvSpPr>
        <dsp:cNvPr id="0" name=""/>
        <dsp:cNvSpPr/>
      </dsp:nvSpPr>
      <dsp:spPr>
        <a:xfrm>
          <a:off x="205202" y="3545991"/>
          <a:ext cx="373094" cy="3730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576E9-702E-45D1-B048-6428EC0FFEFB}">
      <dsp:nvSpPr>
        <dsp:cNvPr id="0" name=""/>
        <dsp:cNvSpPr/>
      </dsp:nvSpPr>
      <dsp:spPr>
        <a:xfrm>
          <a:off x="783498" y="3393361"/>
          <a:ext cx="3447982" cy="67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92" tIns="71792" rIns="71792" bIns="717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Differences</a:t>
          </a:r>
        </a:p>
      </dsp:txBody>
      <dsp:txXfrm>
        <a:off x="783498" y="3393361"/>
        <a:ext cx="3447982" cy="678353"/>
      </dsp:txXfrm>
    </dsp:sp>
    <dsp:sp modelId="{53C6C2DD-28AF-4DDB-8BA0-194AA70E6D95}">
      <dsp:nvSpPr>
        <dsp:cNvPr id="0" name=""/>
        <dsp:cNvSpPr/>
      </dsp:nvSpPr>
      <dsp:spPr>
        <a:xfrm>
          <a:off x="0" y="4241304"/>
          <a:ext cx="4231481" cy="6783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E71EB-DC7C-461C-A16B-C77FA893E335}">
      <dsp:nvSpPr>
        <dsp:cNvPr id="0" name=""/>
        <dsp:cNvSpPr/>
      </dsp:nvSpPr>
      <dsp:spPr>
        <a:xfrm>
          <a:off x="205202" y="4393933"/>
          <a:ext cx="373094" cy="3730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F9C60-CE7D-4C9C-AE69-B5A7DCF2B96A}">
      <dsp:nvSpPr>
        <dsp:cNvPr id="0" name=""/>
        <dsp:cNvSpPr/>
      </dsp:nvSpPr>
      <dsp:spPr>
        <a:xfrm>
          <a:off x="783498" y="4241304"/>
          <a:ext cx="3447982" cy="67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92" tIns="71792" rIns="71792" bIns="717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Hands-on Lab</a:t>
          </a:r>
        </a:p>
      </dsp:txBody>
      <dsp:txXfrm>
        <a:off x="783498" y="4241304"/>
        <a:ext cx="3447982" cy="6783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E5E45C-F237-432F-8764-7E84431D196E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0ED0DA-5560-4CEB-93F1-A75E4E380F98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2CD47-D7C7-4009-AA1B-4FC664474327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Cannot be instantiated</a:t>
          </a:r>
        </a:p>
      </dsp:txBody>
      <dsp:txXfrm>
        <a:off x="1623616" y="600"/>
        <a:ext cx="2607864" cy="1405728"/>
      </dsp:txXfrm>
    </dsp:sp>
    <dsp:sp modelId="{229684BF-7E0F-4A8A-8EE2-2B0B773BBFAE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C1C7B-7F16-4287-9329-215341A3B2BD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AA3EC-BD53-4677-90C8-6A243A5FCB1F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Can contain abstract &amp; concrete methods</a:t>
          </a:r>
        </a:p>
      </dsp:txBody>
      <dsp:txXfrm>
        <a:off x="1623616" y="1757760"/>
        <a:ext cx="2607864" cy="1405728"/>
      </dsp:txXfrm>
    </dsp:sp>
    <dsp:sp modelId="{8B5E5C7F-71E6-437B-99CA-C17202AD2BD8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C4B70-4C63-4E75-A1A1-F218BB053C80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DB3C9-9832-43D0-8E52-4219F7962633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Used for common base functionality</a:t>
          </a:r>
        </a:p>
      </dsp:txBody>
      <dsp:txXfrm>
        <a:off x="1623616" y="3514921"/>
        <a:ext cx="2607864" cy="14057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C1A10-DCD9-4913-BC4C-4EA4477B6969}">
      <dsp:nvSpPr>
        <dsp:cNvPr id="0" name=""/>
        <dsp:cNvSpPr/>
      </dsp:nvSpPr>
      <dsp:spPr>
        <a:xfrm>
          <a:off x="0" y="380469"/>
          <a:ext cx="4231481" cy="98175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Use 'abstract' keyword</a:t>
          </a:r>
        </a:p>
      </dsp:txBody>
      <dsp:txXfrm>
        <a:off x="47925" y="428394"/>
        <a:ext cx="4135631" cy="885907"/>
      </dsp:txXfrm>
    </dsp:sp>
    <dsp:sp modelId="{823039D0-FEFD-4BB3-B626-DA2A2C3C88B7}">
      <dsp:nvSpPr>
        <dsp:cNvPr id="0" name=""/>
        <dsp:cNvSpPr/>
      </dsp:nvSpPr>
      <dsp:spPr>
        <a:xfrm>
          <a:off x="0" y="1439987"/>
          <a:ext cx="4231481" cy="981757"/>
        </a:xfrm>
        <a:prstGeom prst="roundRect">
          <a:avLst/>
        </a:prstGeom>
        <a:solidFill>
          <a:schemeClr val="accent5">
            <a:hueOff val="785595"/>
            <a:satOff val="-3757"/>
            <a:lumOff val="411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Derived class must override abstract methods</a:t>
          </a:r>
        </a:p>
      </dsp:txBody>
      <dsp:txXfrm>
        <a:off x="47925" y="1487912"/>
        <a:ext cx="4135631" cy="885907"/>
      </dsp:txXfrm>
    </dsp:sp>
    <dsp:sp modelId="{A04673DA-598C-4A62-A01E-E021083A377F}">
      <dsp:nvSpPr>
        <dsp:cNvPr id="0" name=""/>
        <dsp:cNvSpPr/>
      </dsp:nvSpPr>
      <dsp:spPr>
        <a:xfrm>
          <a:off x="0" y="2499505"/>
          <a:ext cx="4231481" cy="981757"/>
        </a:xfrm>
        <a:prstGeom prst="roundRect">
          <a:avLst/>
        </a:prstGeom>
        <a:solidFill>
          <a:schemeClr val="accent5">
            <a:hueOff val="1571189"/>
            <a:satOff val="-7513"/>
            <a:lumOff val="82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Example:</a:t>
          </a:r>
        </a:p>
      </dsp:txBody>
      <dsp:txXfrm>
        <a:off x="47925" y="2547430"/>
        <a:ext cx="4135631" cy="885907"/>
      </dsp:txXfrm>
    </dsp:sp>
    <dsp:sp modelId="{DE245A68-1672-45B5-8223-F6FB195AB522}">
      <dsp:nvSpPr>
        <dsp:cNvPr id="0" name=""/>
        <dsp:cNvSpPr/>
      </dsp:nvSpPr>
      <dsp:spPr>
        <a:xfrm>
          <a:off x="0" y="3559022"/>
          <a:ext cx="4231481" cy="981757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abstract class Shape { public abstract void Draw(); }</a:t>
          </a:r>
        </a:p>
      </dsp:txBody>
      <dsp:txXfrm>
        <a:off x="47925" y="3606947"/>
        <a:ext cx="4135631" cy="8859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01542-78AD-445B-A0F5-DDA097EE6E73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66565-A7C7-44A2-A649-3A40A93BC7C4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73B14-BCBA-4616-A731-80F0D05CDE05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Defines contract</a:t>
          </a:r>
        </a:p>
      </dsp:txBody>
      <dsp:txXfrm>
        <a:off x="1623616" y="600"/>
        <a:ext cx="2607864" cy="1405728"/>
      </dsp:txXfrm>
    </dsp:sp>
    <dsp:sp modelId="{20E25CCE-DD04-4E81-8FEA-CEA0F29BB37B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866BB-4F6E-45FC-BE5F-6E00E03482F0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B1B18-7431-4221-A78C-0B4B1CD5B9B4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No implementation (until default interface methods)</a:t>
          </a:r>
        </a:p>
      </dsp:txBody>
      <dsp:txXfrm>
        <a:off x="1623616" y="1757760"/>
        <a:ext cx="2607864" cy="1405728"/>
      </dsp:txXfrm>
    </dsp:sp>
    <dsp:sp modelId="{F301A6F5-346A-41EE-B262-7F7EC72C1790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EC286-9730-42CC-9915-2DF05A088555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45FCE-6DAF-4096-8BA6-171E68E15DF8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Multiple inheritance supported</a:t>
          </a:r>
        </a:p>
      </dsp:txBody>
      <dsp:txXfrm>
        <a:off x="1623616" y="3514921"/>
        <a:ext cx="2607864" cy="14057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0072D-68A6-4DE1-B7D8-2F730FB52879}">
      <dsp:nvSpPr>
        <dsp:cNvPr id="0" name=""/>
        <dsp:cNvSpPr/>
      </dsp:nvSpPr>
      <dsp:spPr>
        <a:xfrm>
          <a:off x="591503" y="366659"/>
          <a:ext cx="844192" cy="8441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ECD19-6410-41B2-9AEE-AA20B732BF38}">
      <dsp:nvSpPr>
        <dsp:cNvPr id="0" name=""/>
        <dsp:cNvSpPr/>
      </dsp:nvSpPr>
      <dsp:spPr>
        <a:xfrm>
          <a:off x="75608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Use ':' to implement</a:t>
          </a:r>
        </a:p>
      </dsp:txBody>
      <dsp:txXfrm>
        <a:off x="75608" y="1506127"/>
        <a:ext cx="1875983" cy="720000"/>
      </dsp:txXfrm>
    </dsp:sp>
    <dsp:sp modelId="{4DD686C9-220F-434F-BCB0-3124E5D08271}">
      <dsp:nvSpPr>
        <dsp:cNvPr id="0" name=""/>
        <dsp:cNvSpPr/>
      </dsp:nvSpPr>
      <dsp:spPr>
        <a:xfrm>
          <a:off x="2795784" y="366659"/>
          <a:ext cx="844192" cy="8441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DBFF9-A3E9-4EBE-ADFD-FAF740E9C3D6}">
      <dsp:nvSpPr>
        <dsp:cNvPr id="0" name=""/>
        <dsp:cNvSpPr/>
      </dsp:nvSpPr>
      <dsp:spPr>
        <a:xfrm>
          <a:off x="2279889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Must implement all members</a:t>
          </a:r>
        </a:p>
      </dsp:txBody>
      <dsp:txXfrm>
        <a:off x="2279889" y="1506127"/>
        <a:ext cx="1875983" cy="720000"/>
      </dsp:txXfrm>
    </dsp:sp>
    <dsp:sp modelId="{989222EB-8DC4-405B-8A49-E8C3C8ACB2AC}">
      <dsp:nvSpPr>
        <dsp:cNvPr id="0" name=""/>
        <dsp:cNvSpPr/>
      </dsp:nvSpPr>
      <dsp:spPr>
        <a:xfrm>
          <a:off x="591503" y="2695122"/>
          <a:ext cx="844192" cy="8441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C3872-FC65-45E5-ABE8-941F2D48CC97}">
      <dsp:nvSpPr>
        <dsp:cNvPr id="0" name=""/>
        <dsp:cNvSpPr/>
      </dsp:nvSpPr>
      <dsp:spPr>
        <a:xfrm>
          <a:off x="75608" y="3834590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Example:</a:t>
          </a:r>
        </a:p>
      </dsp:txBody>
      <dsp:txXfrm>
        <a:off x="75608" y="3834590"/>
        <a:ext cx="1875983" cy="720000"/>
      </dsp:txXfrm>
    </dsp:sp>
    <dsp:sp modelId="{1809F9F1-0EBA-4497-ADE0-DFCE8A65E499}">
      <dsp:nvSpPr>
        <dsp:cNvPr id="0" name=""/>
        <dsp:cNvSpPr/>
      </dsp:nvSpPr>
      <dsp:spPr>
        <a:xfrm>
          <a:off x="2795784" y="2695122"/>
          <a:ext cx="844192" cy="8441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4AC06-83EB-4D73-8DD4-E6508F9C9AC8}">
      <dsp:nvSpPr>
        <dsp:cNvPr id="0" name=""/>
        <dsp:cNvSpPr/>
      </dsp:nvSpPr>
      <dsp:spPr>
        <a:xfrm>
          <a:off x="2279889" y="3834590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interface IShape { void Draw(); }</a:t>
          </a:r>
        </a:p>
      </dsp:txBody>
      <dsp:txXfrm>
        <a:off x="2279889" y="3834590"/>
        <a:ext cx="1875983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61EA6-6F5A-4F6D-AF23-C387AD38FB20}">
      <dsp:nvSpPr>
        <dsp:cNvPr id="0" name=""/>
        <dsp:cNvSpPr/>
      </dsp:nvSpPr>
      <dsp:spPr>
        <a:xfrm>
          <a:off x="459037" y="23593"/>
          <a:ext cx="1132312" cy="11323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5F33C7-AB44-4D55-B523-3C92C44D86EF}">
      <dsp:nvSpPr>
        <dsp:cNvPr id="0" name=""/>
        <dsp:cNvSpPr/>
      </dsp:nvSpPr>
      <dsp:spPr>
        <a:xfrm>
          <a:off x="700349" y="264906"/>
          <a:ext cx="649687" cy="6496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3973C-24FE-4789-8F19-9D0D3B928C11}">
      <dsp:nvSpPr>
        <dsp:cNvPr id="0" name=""/>
        <dsp:cNvSpPr/>
      </dsp:nvSpPr>
      <dsp:spPr>
        <a:xfrm>
          <a:off x="97068" y="1508593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• Returns hash code</a:t>
          </a:r>
        </a:p>
      </dsp:txBody>
      <dsp:txXfrm>
        <a:off x="97068" y="1508593"/>
        <a:ext cx="1856250" cy="720000"/>
      </dsp:txXfrm>
    </dsp:sp>
    <dsp:sp modelId="{FD127475-8894-46AE-8199-DE0CB45AC231}">
      <dsp:nvSpPr>
        <dsp:cNvPr id="0" name=""/>
        <dsp:cNvSpPr/>
      </dsp:nvSpPr>
      <dsp:spPr>
        <a:xfrm>
          <a:off x="2640131" y="23593"/>
          <a:ext cx="1132312" cy="11323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FAEF2-0BC0-4389-ACB2-6CA4D60F8DF1}">
      <dsp:nvSpPr>
        <dsp:cNvPr id="0" name=""/>
        <dsp:cNvSpPr/>
      </dsp:nvSpPr>
      <dsp:spPr>
        <a:xfrm>
          <a:off x="2881443" y="264906"/>
          <a:ext cx="649687" cy="6496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E95ECC-3037-4E98-880B-E697DFA0A6E5}">
      <dsp:nvSpPr>
        <dsp:cNvPr id="0" name=""/>
        <dsp:cNvSpPr/>
      </dsp:nvSpPr>
      <dsp:spPr>
        <a:xfrm>
          <a:off x="2278162" y="1508593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• Used in collections</a:t>
          </a:r>
        </a:p>
      </dsp:txBody>
      <dsp:txXfrm>
        <a:off x="2278162" y="1508593"/>
        <a:ext cx="1856250" cy="720000"/>
      </dsp:txXfrm>
    </dsp:sp>
    <dsp:sp modelId="{5CFAE018-ABCF-4219-9078-33C048CE0207}">
      <dsp:nvSpPr>
        <dsp:cNvPr id="0" name=""/>
        <dsp:cNvSpPr/>
      </dsp:nvSpPr>
      <dsp:spPr>
        <a:xfrm>
          <a:off x="1549584" y="2692656"/>
          <a:ext cx="1132312" cy="11323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316585-BFB2-4983-AB60-31A628C8FFBE}">
      <dsp:nvSpPr>
        <dsp:cNvPr id="0" name=""/>
        <dsp:cNvSpPr/>
      </dsp:nvSpPr>
      <dsp:spPr>
        <a:xfrm>
          <a:off x="1790896" y="2933968"/>
          <a:ext cx="649687" cy="6496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E1EE4-6E14-4A20-B6E8-C33B6073095B}">
      <dsp:nvSpPr>
        <dsp:cNvPr id="0" name=""/>
        <dsp:cNvSpPr/>
      </dsp:nvSpPr>
      <dsp:spPr>
        <a:xfrm>
          <a:off x="1187615" y="4177656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• Must align with Equals</a:t>
          </a:r>
        </a:p>
      </dsp:txBody>
      <dsp:txXfrm>
        <a:off x="1187615" y="4177656"/>
        <a:ext cx="1856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D347F8-F7C1-4A60-8641-684BB4CE8EC3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A071C-2940-4352-91AA-9F0E3F5BDDF4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D05BB-C572-4DB8-99C5-F7E8C71916D2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Returns runtime type</a:t>
          </a:r>
        </a:p>
      </dsp:txBody>
      <dsp:txXfrm>
        <a:off x="1623616" y="600"/>
        <a:ext cx="2607864" cy="1405728"/>
      </dsp:txXfrm>
    </dsp:sp>
    <dsp:sp modelId="{1F1056CE-3B1D-41AA-A413-E6C9F1F8B446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13646-F709-4168-AA53-49323D499FB3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1A000-89D9-41A1-814C-5DADE26E1C61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Example:</a:t>
          </a:r>
        </a:p>
      </dsp:txBody>
      <dsp:txXfrm>
        <a:off x="1623616" y="1757760"/>
        <a:ext cx="2607864" cy="1405728"/>
      </dsp:txXfrm>
    </dsp:sp>
    <dsp:sp modelId="{C4A955F4-7CD0-418F-93E8-70EC09A2621F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AC367-9C2A-4B06-9513-348A946A7A9D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E3B27-6023-46D3-B641-8133A5D9D47F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obj.GetType()</a:t>
          </a:r>
        </a:p>
      </dsp:txBody>
      <dsp:txXfrm>
        <a:off x="1623616" y="3514921"/>
        <a:ext cx="2607864" cy="1405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738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6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14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3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56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7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3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40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1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6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67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Module 7: Abstract Class &amp; Interface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B3A734-ED83-F283-21A2-53B55BCC0B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70779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FFFFFF"/>
                </a:solidFill>
              </a:rPr>
              <a:t>Abstract Class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AE67A0-5841-6F82-B4E5-5F5918F24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936689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FFFFFF"/>
                </a:solidFill>
              </a:rPr>
              <a:t>Implementing Abstract Class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05455D-4723-1853-874B-FC78069B6E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891915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FFFFFF"/>
                </a:solidFill>
              </a:rPr>
              <a:t>Interface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8D7FA5-FCF3-D4FB-6D27-A083C1D91E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030782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FFFFFF"/>
                </a:solidFill>
              </a:rPr>
              <a:t>Implementing Interface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582D09-3766-6549-AFB3-739B294A0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6402059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Abstract Class vs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Abstract Class</a:t>
            </a:r>
          </a:p>
          <a:p>
            <a:r>
              <a:rPr lang="en-US" sz="1400">
                <a:solidFill>
                  <a:srgbClr val="FFFFFF"/>
                </a:solidFill>
              </a:rPr>
              <a:t>Can have fields, constructors, properties</a:t>
            </a:r>
          </a:p>
          <a:p>
            <a:r>
              <a:rPr lang="en-US" sz="1400">
                <a:solidFill>
                  <a:srgbClr val="FFFFFF"/>
                </a:solidFill>
              </a:rPr>
              <a:t>Supports partial implementation</a:t>
            </a:r>
          </a:p>
          <a:p>
            <a:r>
              <a:rPr lang="en-US" sz="1400">
                <a:solidFill>
                  <a:srgbClr val="FFFFFF"/>
                </a:solidFill>
              </a:rPr>
              <a:t>Single inheritance only</a:t>
            </a:r>
          </a:p>
          <a:p>
            <a:r>
              <a:rPr lang="en-US" sz="1400">
                <a:solidFill>
                  <a:srgbClr val="FFFFFF"/>
                </a:solidFill>
              </a:rPr>
              <a:t>Can have access modifiers on members</a:t>
            </a:r>
          </a:p>
          <a:p>
            <a:r>
              <a:rPr lang="en-US" sz="1400">
                <a:solidFill>
                  <a:srgbClr val="FFFFFF"/>
                </a:solidFill>
              </a:rPr>
              <a:t>Best for: shared base functionality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Interface</a:t>
            </a:r>
          </a:p>
          <a:p>
            <a:r>
              <a:rPr lang="en-US" sz="1400">
                <a:solidFill>
                  <a:srgbClr val="FFFFFF"/>
                </a:solidFill>
              </a:rPr>
              <a:t>No fields or constructors allowed</a:t>
            </a:r>
          </a:p>
          <a:p>
            <a:r>
              <a:rPr lang="en-US" sz="1400">
                <a:solidFill>
                  <a:srgbClr val="FFFFFF"/>
                </a:solidFill>
              </a:rPr>
              <a:t>Supports multiple inheritance</a:t>
            </a:r>
          </a:p>
          <a:p>
            <a:r>
              <a:rPr lang="en-US" sz="1400">
                <a:solidFill>
                  <a:srgbClr val="FFFFFF"/>
                </a:solidFill>
              </a:rPr>
              <a:t>All members are public by default</a:t>
            </a:r>
          </a:p>
          <a:p>
            <a:r>
              <a:rPr lang="en-US" sz="1400">
                <a:solidFill>
                  <a:srgbClr val="FFFFFF"/>
                </a:solidFill>
              </a:rPr>
              <a:t>Default implementations since C# 8.0</a:t>
            </a:r>
          </a:p>
          <a:p>
            <a:r>
              <a:rPr lang="en-US" sz="1400">
                <a:solidFill>
                  <a:srgbClr val="FFFFFF"/>
                </a:solidFill>
              </a:rPr>
              <a:t>Best for: defining contracts and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Hands-On Lab (Module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Exercise 1: Abstract Shape Class</a:t>
            </a:r>
          </a:p>
          <a:p>
            <a:r>
              <a:rPr lang="en-US" sz="1400">
                <a:solidFill>
                  <a:srgbClr val="FFFFFF"/>
                </a:solidFill>
              </a:rPr>
              <a:t>Create abstract class Shape with Area() and Perimeter()</a:t>
            </a:r>
          </a:p>
          <a:p>
            <a:r>
              <a:rPr lang="en-US" sz="1400">
                <a:solidFill>
                  <a:srgbClr val="FFFFFF"/>
                </a:solidFill>
              </a:rPr>
              <a:t>Implement Circle and Rectangle subclasses</a:t>
            </a:r>
          </a:p>
          <a:p>
            <a:r>
              <a:rPr lang="en-US" sz="1400">
                <a:solidFill>
                  <a:srgbClr val="FFFFFF"/>
                </a:solidFill>
              </a:rPr>
              <a:t>Add a Display() method with shared logic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Exercise 2: IDrawable Interface</a:t>
            </a:r>
          </a:p>
          <a:p>
            <a:r>
              <a:rPr lang="en-US" sz="1400">
                <a:solidFill>
                  <a:srgbClr val="FFFFFF"/>
                </a:solidFill>
              </a:rPr>
              <a:t>Define IDrawable with Draw() and Resize() methods</a:t>
            </a:r>
          </a:p>
          <a:p>
            <a:r>
              <a:rPr lang="en-US" sz="1400">
                <a:solidFill>
                  <a:srgbClr val="FFFFFF"/>
                </a:solidFill>
              </a:rPr>
              <a:t>Implement in Circle and Rectangle classes</a:t>
            </a:r>
          </a:p>
          <a:p>
            <a:r>
              <a:rPr lang="en-US" sz="1400">
                <a:solidFill>
                  <a:srgbClr val="FFFFFF"/>
                </a:solidFill>
              </a:rPr>
              <a:t>Test polymorphic behavior with a List&lt;IDrawable&gt;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Challenge</a:t>
            </a:r>
          </a:p>
          <a:p>
            <a:r>
              <a:rPr lang="en-US" sz="1400">
                <a:solidFill>
                  <a:srgbClr val="FFFFFF"/>
                </a:solidFill>
              </a:rPr>
              <a:t>Add a Triangle class that inherits Shape and implements IDrawable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Module 8: Overriding Object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Topics Covered</a:t>
            </a:r>
          </a:p>
          <a:p>
            <a:r>
              <a:rPr lang="en-US" sz="1400">
                <a:solidFill>
                  <a:srgbClr val="FFFFFF"/>
                </a:solidFill>
              </a:rPr>
              <a:t>The System.Object base class and its role</a:t>
            </a:r>
          </a:p>
          <a:p>
            <a:r>
              <a:rPr lang="en-US" sz="1400">
                <a:solidFill>
                  <a:srgbClr val="FFFFFF"/>
                </a:solidFill>
              </a:rPr>
              <a:t>Overriding Equals() for value-based comparison</a:t>
            </a:r>
          </a:p>
          <a:p>
            <a:r>
              <a:rPr lang="en-US" sz="1400">
                <a:solidFill>
                  <a:srgbClr val="FFFFFF"/>
                </a:solidFill>
              </a:rPr>
              <a:t>Implementing GetHashCode() correctly</a:t>
            </a:r>
          </a:p>
          <a:p>
            <a:r>
              <a:rPr lang="en-US" sz="1400">
                <a:solidFill>
                  <a:srgbClr val="FFFFFF"/>
                </a:solidFill>
              </a:rPr>
              <a:t>Customizing ToString() for debugging</a:t>
            </a:r>
          </a:p>
          <a:p>
            <a:r>
              <a:rPr lang="en-US" sz="1400">
                <a:solidFill>
                  <a:srgbClr val="FFFFFF"/>
                </a:solidFill>
              </a:rPr>
              <a:t>Using GetType() for runtime type info</a:t>
            </a:r>
          </a:p>
          <a:p>
            <a:r>
              <a:rPr lang="en-US" sz="1400">
                <a:solidFill>
                  <a:srgbClr val="FFFFFF"/>
                </a:solidFill>
              </a:rPr>
              <a:t>Type checking with is and safe casting with as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Why It Matters</a:t>
            </a:r>
          </a:p>
          <a:p>
            <a:r>
              <a:rPr lang="en-US" sz="1400">
                <a:solidFill>
                  <a:srgbClr val="FFFFFF"/>
                </a:solidFill>
              </a:rPr>
              <a:t>Essential for collections, LINQ, and debugging</a:t>
            </a:r>
          </a:p>
          <a:p>
            <a:r>
              <a:rPr lang="en-US" sz="1400">
                <a:solidFill>
                  <a:srgbClr val="FFFFFF"/>
                </a:solidFill>
              </a:rPr>
              <a:t>Required for proper Dictionary and HashSet usage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Object Class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System.Object: The Root of All Types</a:t>
            </a:r>
          </a:p>
          <a:p>
            <a:r>
              <a:rPr lang="en-US" sz="1400">
                <a:solidFill>
                  <a:srgbClr val="FFFFFF"/>
                </a:solidFill>
              </a:rPr>
              <a:t>Every class in C# implicitly inherits from Object</a:t>
            </a:r>
          </a:p>
          <a:p>
            <a:r>
              <a:rPr lang="en-US" sz="1400">
                <a:solidFill>
                  <a:srgbClr val="FFFFFF"/>
                </a:solidFill>
              </a:rPr>
              <a:t>Provides default behavior for all types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Key Methods</a:t>
            </a:r>
          </a:p>
          <a:p>
            <a:r>
              <a:rPr lang="en-US" sz="1400" b="1">
                <a:solidFill>
                  <a:srgbClr val="FFFFFF"/>
                </a:solidFill>
              </a:rPr>
              <a:t>Equals()</a:t>
            </a:r>
            <a:r>
              <a:rPr lang="en-US" sz="1400">
                <a:solidFill>
                  <a:srgbClr val="B0B0B0"/>
                </a:solidFill>
              </a:rPr>
              <a:t> — Compares object equality</a:t>
            </a:r>
          </a:p>
          <a:p>
            <a:r>
              <a:rPr lang="en-US" sz="1400" b="1">
                <a:solidFill>
                  <a:srgbClr val="FFFFFF"/>
                </a:solidFill>
              </a:rPr>
              <a:t>GetHashCode()</a:t>
            </a:r>
            <a:r>
              <a:rPr lang="en-US" sz="1400">
                <a:solidFill>
                  <a:srgbClr val="B0B0B0"/>
                </a:solidFill>
              </a:rPr>
              <a:t> — Returns hash for collections</a:t>
            </a:r>
          </a:p>
          <a:p>
            <a:r>
              <a:rPr lang="en-US" sz="1400" b="1">
                <a:solidFill>
                  <a:srgbClr val="FFFFFF"/>
                </a:solidFill>
              </a:rPr>
              <a:t>ToString()</a:t>
            </a:r>
            <a:r>
              <a:rPr lang="en-US" sz="1400">
                <a:solidFill>
                  <a:srgbClr val="B0B0B0"/>
                </a:solidFill>
              </a:rPr>
              <a:t> — String representation of object</a:t>
            </a:r>
          </a:p>
          <a:p>
            <a:r>
              <a:rPr lang="en-US" sz="1400" b="1">
                <a:solidFill>
                  <a:srgbClr val="FFFFFF"/>
                </a:solidFill>
              </a:rPr>
              <a:t>GetType()</a:t>
            </a:r>
            <a:r>
              <a:rPr lang="en-US" sz="1400">
                <a:solidFill>
                  <a:srgbClr val="B0B0B0"/>
                </a:solidFill>
              </a:rPr>
              <a:t> — Runtime type information</a:t>
            </a:r>
          </a:p>
          <a:p>
            <a:endParaRPr lang="en-US" sz="800"/>
          </a:p>
          <a:p>
            <a:r>
              <a:rPr lang="en-US" sz="1400" i="1">
                <a:solidFill>
                  <a:srgbClr val="00B4D8"/>
                </a:solidFill>
              </a:rPr>
              <a:t>Override these methods to customize type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Equals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Default Behavior</a:t>
            </a:r>
          </a:p>
          <a:p>
            <a:r>
              <a:rPr lang="en-US" sz="1400">
                <a:solidFill>
                  <a:srgbClr val="FFFFFF"/>
                </a:solidFill>
              </a:rPr>
              <a:t>Reference types: compares memory addresses</a:t>
            </a:r>
          </a:p>
          <a:p>
            <a:r>
              <a:rPr lang="en-US" sz="1400">
                <a:solidFill>
                  <a:srgbClr val="FFFFFF"/>
                </a:solidFill>
              </a:rPr>
              <a:t>Value types: compares field values via reflection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Overriding Equals()</a:t>
            </a:r>
          </a:p>
          <a:p>
            <a:r>
              <a:rPr lang="en-US" sz="1400">
                <a:solidFill>
                  <a:srgbClr val="FFFFFF"/>
                </a:solidFill>
              </a:rPr>
              <a:t>Check for null and type mismatch first</a:t>
            </a:r>
          </a:p>
          <a:p>
            <a:r>
              <a:rPr lang="en-US" sz="1400">
                <a:solidFill>
                  <a:srgbClr val="FFFFFF"/>
                </a:solidFill>
              </a:rPr>
              <a:t>Compare meaningful properties for equality</a:t>
            </a:r>
          </a:p>
          <a:p>
            <a:r>
              <a:rPr lang="en-US" sz="1400">
                <a:solidFill>
                  <a:srgbClr val="FFFFFF"/>
                </a:solidFill>
              </a:rPr>
              <a:t>Always override GetHashCode() when overriding Equals()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Best Practice</a:t>
            </a:r>
          </a:p>
          <a:p>
            <a:r>
              <a:rPr lang="en-US" sz="1400">
                <a:solidFill>
                  <a:srgbClr val="FFFFFF"/>
                </a:solidFill>
              </a:rPr>
              <a:t>Implement IEquatable&lt;T&gt; for type-safe equality</a:t>
            </a:r>
          </a:p>
          <a:p>
            <a:r>
              <a:rPr lang="en-US" sz="1400">
                <a:solidFill>
                  <a:srgbClr val="FFFFFF"/>
                </a:solidFill>
              </a:rPr>
              <a:t>Consider overriding == and != operators too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FFFFFF"/>
                </a:solidFill>
              </a:rPr>
              <a:t>GetHashCode Method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0C7161-CC44-F2D6-A5FB-65612DB2C1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6300882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FFFFFF"/>
                </a:solidFill>
              </a:rPr>
              <a:t>GetType Method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768F99-485C-88F5-350D-CCBA76482D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743797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ToString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What It Does</a:t>
            </a:r>
          </a:p>
          <a:p>
            <a:r>
              <a:rPr lang="en-US" sz="1400">
                <a:solidFill>
                  <a:srgbClr val="FFFFFF"/>
                </a:solidFill>
              </a:rPr>
              <a:t>Returns a human-readable string representation</a:t>
            </a:r>
          </a:p>
          <a:p>
            <a:r>
              <a:rPr lang="en-US" sz="1400">
                <a:solidFill>
                  <a:srgbClr val="FFFFFF"/>
                </a:solidFill>
              </a:rPr>
              <a:t>Default: returns the fully qualified type name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Why Override?</a:t>
            </a:r>
          </a:p>
          <a:p>
            <a:r>
              <a:rPr lang="en-US" sz="1400">
                <a:solidFill>
                  <a:srgbClr val="FFFFFF"/>
                </a:solidFill>
              </a:rPr>
              <a:t>Debugging: meaningful output in watch windows</a:t>
            </a:r>
          </a:p>
          <a:p>
            <a:r>
              <a:rPr lang="en-US" sz="1400">
                <a:solidFill>
                  <a:srgbClr val="FFFFFF"/>
                </a:solidFill>
              </a:rPr>
              <a:t>Logging: readable entries in log files</a:t>
            </a:r>
          </a:p>
          <a:p>
            <a:r>
              <a:rPr lang="en-US" sz="1400">
                <a:solidFill>
                  <a:srgbClr val="FFFFFF"/>
                </a:solidFill>
              </a:rPr>
              <a:t>UI display: Console.WriteLine(obj) calls ToString()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Tip</a:t>
            </a:r>
          </a:p>
          <a:p>
            <a:r>
              <a:rPr lang="en-US" sz="1400">
                <a:solidFill>
                  <a:srgbClr val="FFFFFF"/>
                </a:solidFill>
              </a:rPr>
              <a:t>Use string interpolation for clean formatting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is and as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The is Operator</a:t>
            </a:r>
          </a:p>
          <a:p>
            <a:r>
              <a:rPr lang="en-US" sz="1400">
                <a:solidFill>
                  <a:srgbClr val="FFFFFF"/>
                </a:solidFill>
              </a:rPr>
              <a:t>Checks if an object is of a given type</a:t>
            </a:r>
          </a:p>
          <a:p>
            <a:r>
              <a:rPr lang="en-US" sz="1400">
                <a:solidFill>
                  <a:srgbClr val="FFFFFF"/>
                </a:solidFill>
              </a:rPr>
              <a:t>Returns true or false without throwing exceptions</a:t>
            </a:r>
          </a:p>
          <a:p>
            <a:r>
              <a:rPr lang="en-US" sz="1400">
                <a:solidFill>
                  <a:srgbClr val="FFFFFF"/>
                </a:solidFill>
              </a:rPr>
              <a:t>C# 7+: pattern matching with is (if obj is Person p)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The as Operator</a:t>
            </a:r>
          </a:p>
          <a:p>
            <a:r>
              <a:rPr lang="en-US" sz="1400">
                <a:solidFill>
                  <a:srgbClr val="FFFFFF"/>
                </a:solidFill>
              </a:rPr>
              <a:t>Attempts safe cast, returns null on failure</a:t>
            </a:r>
          </a:p>
          <a:p>
            <a:r>
              <a:rPr lang="en-US" sz="1400">
                <a:solidFill>
                  <a:srgbClr val="FFFFFF"/>
                </a:solidFill>
              </a:rPr>
              <a:t>Only works with reference and nullable types</a:t>
            </a:r>
          </a:p>
          <a:p>
            <a:r>
              <a:rPr lang="en-US" sz="1400">
                <a:solidFill>
                  <a:srgbClr val="FFFFFF"/>
                </a:solidFill>
              </a:rPr>
              <a:t>No exception thrown, unlike direct (Type) casting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When to Use</a:t>
            </a:r>
          </a:p>
          <a:p>
            <a:r>
              <a:rPr lang="en-US" sz="1400">
                <a:solidFill>
                  <a:srgbClr val="FFFFFF"/>
                </a:solidFill>
              </a:rPr>
              <a:t>Prefer is with pattern matching in modern C#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Hands-On Lab (Module 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Exercise 1: ToString Override</a:t>
            </a:r>
          </a:p>
          <a:p>
            <a:r>
              <a:rPr lang="en-US" sz="1400">
                <a:solidFill>
                  <a:srgbClr val="FFFFFF"/>
                </a:solidFill>
              </a:rPr>
              <a:t>Create a Person class with Name and Age properties</a:t>
            </a:r>
          </a:p>
          <a:p>
            <a:r>
              <a:rPr lang="en-US" sz="1400">
                <a:solidFill>
                  <a:srgbClr val="FFFFFF"/>
                </a:solidFill>
              </a:rPr>
              <a:t>Override ToString() to return a formatted string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Exercise 2: Equals and GetHashCode</a:t>
            </a:r>
          </a:p>
          <a:p>
            <a:r>
              <a:rPr lang="en-US" sz="1400">
                <a:solidFill>
                  <a:srgbClr val="FFFFFF"/>
                </a:solidFill>
              </a:rPr>
              <a:t>Override Equals() to compare by Name and Age</a:t>
            </a:r>
          </a:p>
          <a:p>
            <a:r>
              <a:rPr lang="en-US" sz="1400">
                <a:solidFill>
                  <a:srgbClr val="FFFFFF"/>
                </a:solidFill>
              </a:rPr>
              <a:t>Implement matching GetHashCode() using HashCode.Combine</a:t>
            </a:r>
          </a:p>
          <a:p>
            <a:r>
              <a:rPr lang="en-US" sz="1400">
                <a:solidFill>
                  <a:srgbClr val="FFFFFF"/>
                </a:solidFill>
              </a:rPr>
              <a:t>Test with Dictionary&lt;Person, string&gt;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Exercise 3: Type Checking</a:t>
            </a:r>
          </a:p>
          <a:p>
            <a:r>
              <a:rPr lang="en-US" sz="1400">
                <a:solidFill>
                  <a:srgbClr val="FFFFFF"/>
                </a:solidFill>
              </a:rPr>
              <a:t>Use is and as to check and cast object types</a:t>
            </a:r>
          </a:p>
          <a:p>
            <a:r>
              <a:rPr lang="en-US" sz="1400">
                <a:solidFill>
                  <a:srgbClr val="FFFFFF"/>
                </a:solidFill>
              </a:rPr>
              <a:t>Practice pattern matching with switch expressions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</TotalTime>
  <Words>667</Words>
  <Application>Microsoft Office PowerPoint</Application>
  <PresentationFormat>On-screen Show (4:3)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Tw Cen MT</vt:lpstr>
      <vt:lpstr>Tw Cen MT Condensed</vt:lpstr>
      <vt:lpstr>Wingdings 3</vt:lpstr>
      <vt:lpstr>Integral</vt:lpstr>
      <vt:lpstr>Module 7: Abstract Class &amp; Interface</vt:lpstr>
      <vt:lpstr>Abstract Class</vt:lpstr>
      <vt:lpstr>Implementing Abstract Class</vt:lpstr>
      <vt:lpstr>Interface</vt:lpstr>
      <vt:lpstr>Implementing Interface</vt:lpstr>
      <vt:lpstr>Abstract Class vs Interface</vt:lpstr>
      <vt:lpstr>Hands-On Lab (Module 7)</vt:lpstr>
      <vt:lpstr>Module 8: Overriding Object Methods</vt:lpstr>
      <vt:lpstr>Object Class Methods</vt:lpstr>
      <vt:lpstr>Equals Method</vt:lpstr>
      <vt:lpstr>GetHashCode Method</vt:lpstr>
      <vt:lpstr>GetType Method</vt:lpstr>
      <vt:lpstr>ToString Method</vt:lpstr>
      <vt:lpstr>is and as Operators</vt:lpstr>
      <vt:lpstr>Hands-On Lab (Module 8)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4</cp:revision>
  <dcterms:created xsi:type="dcterms:W3CDTF">2013-01-27T09:14:16Z</dcterms:created>
  <dcterms:modified xsi:type="dcterms:W3CDTF">2026-05-20T09:31:21Z</dcterms:modified>
  <cp:category/>
</cp:coreProperties>
</file>