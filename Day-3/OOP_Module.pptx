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84" r:id="rId2"/>
    <p:sldId id="286" r:id="rId3"/>
    <p:sldId id="274" r:id="rId4"/>
    <p:sldId id="287" r:id="rId5"/>
    <p:sldId id="277" r:id="rId6"/>
    <p:sldId id="288" r:id="rId7"/>
    <p:sldId id="279" r:id="rId8"/>
    <p:sldId id="289" r:id="rId9"/>
    <p:sldId id="281" r:id="rId10"/>
    <p:sldId id="261" r:id="rId11"/>
    <p:sldId id="290" r:id="rId12"/>
    <p:sldId id="263" r:id="rId13"/>
    <p:sldId id="264" r:id="rId14"/>
    <p:sldId id="291" r:id="rId15"/>
    <p:sldId id="282" r:id="rId16"/>
    <p:sldId id="292" r:id="rId17"/>
    <p:sldId id="283" r:id="rId18"/>
    <p:sldId id="293" r:id="rId19"/>
    <p:sldId id="294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63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rgbClr val="FFFFFF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rgbClr val="FFFFFF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rgbClr val="FFFFFF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rgbClr val="FFFFFF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rgbClr val="FFFFFF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rgbClr val="FFFFFF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rgbClr val="FFFFFF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7594E0-7BA4-4918-9835-DBA82CD64702}" type="doc">
      <dgm:prSet loTypeId="urn:microsoft.com/office/officeart/2018/5/layout/IconCircleLabelList" loCatId="icon" qsTypeId="urn:microsoft.com/office/officeart/2005/8/quickstyle/simple1#1" qsCatId="simple" csTypeId="urn:microsoft.com/office/officeart/2018/5/colors/Iconchunking_neutralicon_colorful1#1" csCatId="colorful" phldr="1"/>
      <dgm:spPr/>
      <dgm:t>
        <a:bodyPr/>
        <a:lstStyle/>
        <a:p>
          <a:endParaRPr lang="en-US"/>
        </a:p>
      </dgm:t>
    </dgm:pt>
    <dgm:pt modelId="{9256976E-182B-4A8D-A2BC-092BB1E063A8}">
      <dgm:prSet/>
      <dgm:spPr/>
      <dgm:t>
        <a:bodyPr/>
        <a:lstStyle/>
        <a:p>
          <a:pPr>
            <a:defRPr cap="all"/>
          </a:pPr>
          <a:r>
            <a:rPr lang="en-US"/>
            <a:t>• Returns hash code</a:t>
          </a:r>
        </a:p>
      </dgm:t>
    </dgm:pt>
    <dgm:pt modelId="{4B47FB37-CDC8-4ED5-90F1-CB6E8051574E}" type="parTrans" cxnId="{23087E2F-2219-48A1-8CCC-B615472AD408}">
      <dgm:prSet/>
      <dgm:spPr/>
      <dgm:t>
        <a:bodyPr/>
        <a:lstStyle/>
        <a:p>
          <a:endParaRPr lang="en-US"/>
        </a:p>
      </dgm:t>
    </dgm:pt>
    <dgm:pt modelId="{8B2B351B-55E9-4FF6-9D6A-CD7847FB17E0}" type="sibTrans" cxnId="{23087E2F-2219-48A1-8CCC-B615472AD408}">
      <dgm:prSet/>
      <dgm:spPr/>
      <dgm:t>
        <a:bodyPr/>
        <a:lstStyle/>
        <a:p>
          <a:endParaRPr lang="en-US"/>
        </a:p>
      </dgm:t>
    </dgm:pt>
    <dgm:pt modelId="{A2BB6184-5C42-424F-826D-6FBD89A5E080}">
      <dgm:prSet/>
      <dgm:spPr/>
      <dgm:t>
        <a:bodyPr/>
        <a:lstStyle/>
        <a:p>
          <a:pPr>
            <a:defRPr cap="all"/>
          </a:pPr>
          <a:r>
            <a:rPr lang="en-US"/>
            <a:t>• Used in collections</a:t>
          </a:r>
        </a:p>
      </dgm:t>
    </dgm:pt>
    <dgm:pt modelId="{A514AF35-BE16-4003-99FE-3A6ADF226006}" type="parTrans" cxnId="{63C8B539-E571-48FE-B1B1-AD3C8167733A}">
      <dgm:prSet/>
      <dgm:spPr/>
      <dgm:t>
        <a:bodyPr/>
        <a:lstStyle/>
        <a:p>
          <a:endParaRPr lang="en-US"/>
        </a:p>
      </dgm:t>
    </dgm:pt>
    <dgm:pt modelId="{D890E6BE-0E4B-4C19-9CA1-F1EC73EF1AB5}" type="sibTrans" cxnId="{63C8B539-E571-48FE-B1B1-AD3C8167733A}">
      <dgm:prSet/>
      <dgm:spPr/>
      <dgm:t>
        <a:bodyPr/>
        <a:lstStyle/>
        <a:p>
          <a:endParaRPr lang="en-US"/>
        </a:p>
      </dgm:t>
    </dgm:pt>
    <dgm:pt modelId="{466875C8-DA00-4081-9453-77833850A32F}">
      <dgm:prSet/>
      <dgm:spPr/>
      <dgm:t>
        <a:bodyPr/>
        <a:lstStyle/>
        <a:p>
          <a:pPr>
            <a:defRPr cap="all"/>
          </a:pPr>
          <a:r>
            <a:rPr lang="en-US"/>
            <a:t>• Must align with Equals</a:t>
          </a:r>
        </a:p>
      </dgm:t>
    </dgm:pt>
    <dgm:pt modelId="{5F8A8358-3047-4670-96FA-0F9BC9D1E4D1}" type="parTrans" cxnId="{24161219-C9EA-4353-A993-4968AD2DAF69}">
      <dgm:prSet/>
      <dgm:spPr/>
      <dgm:t>
        <a:bodyPr/>
        <a:lstStyle/>
        <a:p>
          <a:endParaRPr lang="en-US"/>
        </a:p>
      </dgm:t>
    </dgm:pt>
    <dgm:pt modelId="{B6327865-EF65-49E0-80D3-A53D9DF0569E}" type="sibTrans" cxnId="{24161219-C9EA-4353-A993-4968AD2DAF69}">
      <dgm:prSet/>
      <dgm:spPr/>
      <dgm:t>
        <a:bodyPr/>
        <a:lstStyle/>
        <a:p>
          <a:endParaRPr lang="en-US"/>
        </a:p>
      </dgm:t>
    </dgm:pt>
    <dgm:pt modelId="{248D61C3-3C4C-4C97-8889-B4E310670475}" type="pres">
      <dgm:prSet presAssocID="{A27594E0-7BA4-4918-9835-DBA82CD64702}" presName="root" presStyleCnt="0">
        <dgm:presLayoutVars>
          <dgm:dir/>
          <dgm:resizeHandles val="exact"/>
        </dgm:presLayoutVars>
      </dgm:prSet>
      <dgm:spPr/>
    </dgm:pt>
    <dgm:pt modelId="{3F11D692-1057-4BB3-AFF2-782ED385F493}" type="pres">
      <dgm:prSet presAssocID="{9256976E-182B-4A8D-A2BC-092BB1E063A8}" presName="compNode" presStyleCnt="0"/>
      <dgm:spPr/>
    </dgm:pt>
    <dgm:pt modelId="{FB661EA6-6F5A-4F6D-AF23-C387AD38FB20}" type="pres">
      <dgm:prSet presAssocID="{9256976E-182B-4A8D-A2BC-092BB1E063A8}" presName="iconBgRect" presStyleLbl="bgShp" presStyleIdx="0" presStyleCnt="3"/>
      <dgm:spPr/>
    </dgm:pt>
    <dgm:pt modelId="{A65F33C7-AB44-4D55-B523-3C92C44D86EF}" type="pres">
      <dgm:prSet presAssocID="{9256976E-182B-4A8D-A2BC-092BB1E063A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y"/>
        </a:ext>
      </dgm:extLst>
    </dgm:pt>
    <dgm:pt modelId="{D774D2E4-F755-4DD9-85A2-0421B031B5CD}" type="pres">
      <dgm:prSet presAssocID="{9256976E-182B-4A8D-A2BC-092BB1E063A8}" presName="spaceRect" presStyleCnt="0"/>
      <dgm:spPr/>
    </dgm:pt>
    <dgm:pt modelId="{3C03973C-24FE-4789-8F19-9D0D3B928C11}" type="pres">
      <dgm:prSet presAssocID="{9256976E-182B-4A8D-A2BC-092BB1E063A8}" presName="textRect" presStyleLbl="revTx" presStyleIdx="0" presStyleCnt="3">
        <dgm:presLayoutVars>
          <dgm:chMax val="1"/>
          <dgm:chPref val="1"/>
        </dgm:presLayoutVars>
      </dgm:prSet>
      <dgm:spPr/>
    </dgm:pt>
    <dgm:pt modelId="{5F87001D-C9B2-4482-AB7E-4D10F815CF87}" type="pres">
      <dgm:prSet presAssocID="{8B2B351B-55E9-4FF6-9D6A-CD7847FB17E0}" presName="sibTrans" presStyleCnt="0"/>
      <dgm:spPr/>
    </dgm:pt>
    <dgm:pt modelId="{1FD4ED00-AB3E-4A31-9E09-EA0A24E400D9}" type="pres">
      <dgm:prSet presAssocID="{A2BB6184-5C42-424F-826D-6FBD89A5E080}" presName="compNode" presStyleCnt="0"/>
      <dgm:spPr/>
    </dgm:pt>
    <dgm:pt modelId="{FD127475-8894-46AE-8199-DE0CB45AC231}" type="pres">
      <dgm:prSet presAssocID="{A2BB6184-5C42-424F-826D-6FBD89A5E080}" presName="iconBgRect" presStyleLbl="bgShp" presStyleIdx="1" presStyleCnt="3"/>
      <dgm:spPr/>
    </dgm:pt>
    <dgm:pt modelId="{30FFAEF2-0BC0-4389-ACB2-6CA4D60F8DF1}" type="pres">
      <dgm:prSet presAssocID="{A2BB6184-5C42-424F-826D-6FBD89A5E08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"/>
        </a:ext>
      </dgm:extLst>
    </dgm:pt>
    <dgm:pt modelId="{D9F1E057-F645-4068-858E-30683BFF5EAB}" type="pres">
      <dgm:prSet presAssocID="{A2BB6184-5C42-424F-826D-6FBD89A5E080}" presName="spaceRect" presStyleCnt="0"/>
      <dgm:spPr/>
    </dgm:pt>
    <dgm:pt modelId="{03E95ECC-3037-4E98-880B-E697DFA0A6E5}" type="pres">
      <dgm:prSet presAssocID="{A2BB6184-5C42-424F-826D-6FBD89A5E080}" presName="textRect" presStyleLbl="revTx" presStyleIdx="1" presStyleCnt="3">
        <dgm:presLayoutVars>
          <dgm:chMax val="1"/>
          <dgm:chPref val="1"/>
        </dgm:presLayoutVars>
      </dgm:prSet>
      <dgm:spPr/>
    </dgm:pt>
    <dgm:pt modelId="{88DA528A-7EE5-4AB3-8E8B-8786D5FD496B}" type="pres">
      <dgm:prSet presAssocID="{D890E6BE-0E4B-4C19-9CA1-F1EC73EF1AB5}" presName="sibTrans" presStyleCnt="0"/>
      <dgm:spPr/>
    </dgm:pt>
    <dgm:pt modelId="{BC70C319-92B2-4690-8F65-6C72234B9EB2}" type="pres">
      <dgm:prSet presAssocID="{466875C8-DA00-4081-9453-77833850A32F}" presName="compNode" presStyleCnt="0"/>
      <dgm:spPr/>
    </dgm:pt>
    <dgm:pt modelId="{5CFAE018-ABCF-4219-9078-33C048CE0207}" type="pres">
      <dgm:prSet presAssocID="{466875C8-DA00-4081-9453-77833850A32F}" presName="iconBgRect" presStyleLbl="bgShp" presStyleIdx="2" presStyleCnt="3"/>
      <dgm:spPr/>
    </dgm:pt>
    <dgm:pt modelId="{F1316585-BFB2-4983-AB60-31A628C8FFBE}" type="pres">
      <dgm:prSet presAssocID="{466875C8-DA00-4081-9453-77833850A32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d Bookmark"/>
        </a:ext>
      </dgm:extLst>
    </dgm:pt>
    <dgm:pt modelId="{F861803E-2360-4774-A729-182E98F80E7D}" type="pres">
      <dgm:prSet presAssocID="{466875C8-DA00-4081-9453-77833850A32F}" presName="spaceRect" presStyleCnt="0"/>
      <dgm:spPr/>
    </dgm:pt>
    <dgm:pt modelId="{D6AE1EE4-6E14-4A20-B6E8-C33B6073095B}" type="pres">
      <dgm:prSet presAssocID="{466875C8-DA00-4081-9453-77833850A32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4161219-C9EA-4353-A993-4968AD2DAF69}" srcId="{A27594E0-7BA4-4918-9835-DBA82CD64702}" destId="{466875C8-DA00-4081-9453-77833850A32F}" srcOrd="2" destOrd="0" parTransId="{5F8A8358-3047-4670-96FA-0F9BC9D1E4D1}" sibTransId="{B6327865-EF65-49E0-80D3-A53D9DF0569E}"/>
    <dgm:cxn modelId="{23087E2F-2219-48A1-8CCC-B615472AD408}" srcId="{A27594E0-7BA4-4918-9835-DBA82CD64702}" destId="{9256976E-182B-4A8D-A2BC-092BB1E063A8}" srcOrd="0" destOrd="0" parTransId="{4B47FB37-CDC8-4ED5-90F1-CB6E8051574E}" sibTransId="{8B2B351B-55E9-4FF6-9D6A-CD7847FB17E0}"/>
    <dgm:cxn modelId="{A030F435-1263-4DB9-9D28-6C6FD82EA266}" type="presOf" srcId="{466875C8-DA00-4081-9453-77833850A32F}" destId="{D6AE1EE4-6E14-4A20-B6E8-C33B6073095B}" srcOrd="0" destOrd="0" presId="urn:microsoft.com/office/officeart/2018/5/layout/IconCircleLabelList"/>
    <dgm:cxn modelId="{63C8B539-E571-48FE-B1B1-AD3C8167733A}" srcId="{A27594E0-7BA4-4918-9835-DBA82CD64702}" destId="{A2BB6184-5C42-424F-826D-6FBD89A5E080}" srcOrd="1" destOrd="0" parTransId="{A514AF35-BE16-4003-99FE-3A6ADF226006}" sibTransId="{D890E6BE-0E4B-4C19-9CA1-F1EC73EF1AB5}"/>
    <dgm:cxn modelId="{A173A772-16FE-4D44-91C4-A918EEA70267}" type="presOf" srcId="{A27594E0-7BA4-4918-9835-DBA82CD64702}" destId="{248D61C3-3C4C-4C97-8889-B4E310670475}" srcOrd="0" destOrd="0" presId="urn:microsoft.com/office/officeart/2018/5/layout/IconCircleLabelList"/>
    <dgm:cxn modelId="{F98CFAE2-A4AC-4CFE-BD7A-33D1BEF1927C}" type="presOf" srcId="{9256976E-182B-4A8D-A2BC-092BB1E063A8}" destId="{3C03973C-24FE-4789-8F19-9D0D3B928C11}" srcOrd="0" destOrd="0" presId="urn:microsoft.com/office/officeart/2018/5/layout/IconCircleLabelList"/>
    <dgm:cxn modelId="{05EE39FC-B167-4204-90F0-AA1903373F45}" type="presOf" srcId="{A2BB6184-5C42-424F-826D-6FBD89A5E080}" destId="{03E95ECC-3037-4E98-880B-E697DFA0A6E5}" srcOrd="0" destOrd="0" presId="urn:microsoft.com/office/officeart/2018/5/layout/IconCircleLabelList"/>
    <dgm:cxn modelId="{D744C464-8015-4B96-8097-E5462104A485}" type="presParOf" srcId="{248D61C3-3C4C-4C97-8889-B4E310670475}" destId="{3F11D692-1057-4BB3-AFF2-782ED385F493}" srcOrd="0" destOrd="0" presId="urn:microsoft.com/office/officeart/2018/5/layout/IconCircleLabelList"/>
    <dgm:cxn modelId="{443EE582-5DE5-4362-8DED-41BA056D9781}" type="presParOf" srcId="{3F11D692-1057-4BB3-AFF2-782ED385F493}" destId="{FB661EA6-6F5A-4F6D-AF23-C387AD38FB20}" srcOrd="0" destOrd="0" presId="urn:microsoft.com/office/officeart/2018/5/layout/IconCircleLabelList"/>
    <dgm:cxn modelId="{3CFC675A-C5A1-42AE-8471-B15FF566C6C9}" type="presParOf" srcId="{3F11D692-1057-4BB3-AFF2-782ED385F493}" destId="{A65F33C7-AB44-4D55-B523-3C92C44D86EF}" srcOrd="1" destOrd="0" presId="urn:microsoft.com/office/officeart/2018/5/layout/IconCircleLabelList"/>
    <dgm:cxn modelId="{9230D1C0-42AB-4D0B-B72B-BD4159FD1766}" type="presParOf" srcId="{3F11D692-1057-4BB3-AFF2-782ED385F493}" destId="{D774D2E4-F755-4DD9-85A2-0421B031B5CD}" srcOrd="2" destOrd="0" presId="urn:microsoft.com/office/officeart/2018/5/layout/IconCircleLabelList"/>
    <dgm:cxn modelId="{AA62B2C9-25C7-48B8-A3CA-F9CE3DDDB7D4}" type="presParOf" srcId="{3F11D692-1057-4BB3-AFF2-782ED385F493}" destId="{3C03973C-24FE-4789-8F19-9D0D3B928C11}" srcOrd="3" destOrd="0" presId="urn:microsoft.com/office/officeart/2018/5/layout/IconCircleLabelList"/>
    <dgm:cxn modelId="{455CF0A5-C404-4F4C-B475-D64C320D6A51}" type="presParOf" srcId="{248D61C3-3C4C-4C97-8889-B4E310670475}" destId="{5F87001D-C9B2-4482-AB7E-4D10F815CF87}" srcOrd="1" destOrd="0" presId="urn:microsoft.com/office/officeart/2018/5/layout/IconCircleLabelList"/>
    <dgm:cxn modelId="{034637E4-17AF-4A3A-A8BA-F8FF768E730F}" type="presParOf" srcId="{248D61C3-3C4C-4C97-8889-B4E310670475}" destId="{1FD4ED00-AB3E-4A31-9E09-EA0A24E400D9}" srcOrd="2" destOrd="0" presId="urn:microsoft.com/office/officeart/2018/5/layout/IconCircleLabelList"/>
    <dgm:cxn modelId="{8F42AA44-4459-4343-8CE1-13685E56D369}" type="presParOf" srcId="{1FD4ED00-AB3E-4A31-9E09-EA0A24E400D9}" destId="{FD127475-8894-46AE-8199-DE0CB45AC231}" srcOrd="0" destOrd="0" presId="urn:microsoft.com/office/officeart/2018/5/layout/IconCircleLabelList"/>
    <dgm:cxn modelId="{A876F1FF-38F9-4D48-9AE6-7BCCABD0BD67}" type="presParOf" srcId="{1FD4ED00-AB3E-4A31-9E09-EA0A24E400D9}" destId="{30FFAEF2-0BC0-4389-ACB2-6CA4D60F8DF1}" srcOrd="1" destOrd="0" presId="urn:microsoft.com/office/officeart/2018/5/layout/IconCircleLabelList"/>
    <dgm:cxn modelId="{CA38B2B1-0ED5-448E-BCFB-B264EB3CD591}" type="presParOf" srcId="{1FD4ED00-AB3E-4A31-9E09-EA0A24E400D9}" destId="{D9F1E057-F645-4068-858E-30683BFF5EAB}" srcOrd="2" destOrd="0" presId="urn:microsoft.com/office/officeart/2018/5/layout/IconCircleLabelList"/>
    <dgm:cxn modelId="{094451FF-6328-4B3B-A593-2FFC207D3BBB}" type="presParOf" srcId="{1FD4ED00-AB3E-4A31-9E09-EA0A24E400D9}" destId="{03E95ECC-3037-4E98-880B-E697DFA0A6E5}" srcOrd="3" destOrd="0" presId="urn:microsoft.com/office/officeart/2018/5/layout/IconCircleLabelList"/>
    <dgm:cxn modelId="{3E80D670-4430-429D-8348-6144F9C9CEE1}" type="presParOf" srcId="{248D61C3-3C4C-4C97-8889-B4E310670475}" destId="{88DA528A-7EE5-4AB3-8E8B-8786D5FD496B}" srcOrd="3" destOrd="0" presId="urn:microsoft.com/office/officeart/2018/5/layout/IconCircleLabelList"/>
    <dgm:cxn modelId="{B0AA4630-70F2-416D-A0F5-75B15B230670}" type="presParOf" srcId="{248D61C3-3C4C-4C97-8889-B4E310670475}" destId="{BC70C319-92B2-4690-8F65-6C72234B9EB2}" srcOrd="4" destOrd="0" presId="urn:microsoft.com/office/officeart/2018/5/layout/IconCircleLabelList"/>
    <dgm:cxn modelId="{ECD53C42-27D7-4B81-BAE9-9D232D30F22D}" type="presParOf" srcId="{BC70C319-92B2-4690-8F65-6C72234B9EB2}" destId="{5CFAE018-ABCF-4219-9078-33C048CE0207}" srcOrd="0" destOrd="0" presId="urn:microsoft.com/office/officeart/2018/5/layout/IconCircleLabelList"/>
    <dgm:cxn modelId="{3AE5064C-437A-4184-8B39-BC08BCAFD5B3}" type="presParOf" srcId="{BC70C319-92B2-4690-8F65-6C72234B9EB2}" destId="{F1316585-BFB2-4983-AB60-31A628C8FFBE}" srcOrd="1" destOrd="0" presId="urn:microsoft.com/office/officeart/2018/5/layout/IconCircleLabelList"/>
    <dgm:cxn modelId="{9E1C2A19-B0E8-4BDB-8F35-27DC21C3D40B}" type="presParOf" srcId="{BC70C319-92B2-4690-8F65-6C72234B9EB2}" destId="{F861803E-2360-4774-A729-182E98F80E7D}" srcOrd="2" destOrd="0" presId="urn:microsoft.com/office/officeart/2018/5/layout/IconCircleLabelList"/>
    <dgm:cxn modelId="{A58BACBF-BD18-4868-BC1D-9ED26CE21541}" type="presParOf" srcId="{BC70C319-92B2-4690-8F65-6C72234B9EB2}" destId="{D6AE1EE4-6E14-4A20-B6E8-C33B6073095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661EA6-6F5A-4F6D-AF23-C387AD38FB20}">
      <dsp:nvSpPr>
        <dsp:cNvPr id="0" name=""/>
        <dsp:cNvSpPr/>
      </dsp:nvSpPr>
      <dsp:spPr>
        <a:xfrm>
          <a:off x="459037" y="23593"/>
          <a:ext cx="1132312" cy="11323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5F33C7-AB44-4D55-B523-3C92C44D86EF}">
      <dsp:nvSpPr>
        <dsp:cNvPr id="0" name=""/>
        <dsp:cNvSpPr/>
      </dsp:nvSpPr>
      <dsp:spPr>
        <a:xfrm>
          <a:off x="700349" y="264906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03973C-24FE-4789-8F19-9D0D3B928C11}">
      <dsp:nvSpPr>
        <dsp:cNvPr id="0" name=""/>
        <dsp:cNvSpPr/>
      </dsp:nvSpPr>
      <dsp:spPr>
        <a:xfrm>
          <a:off x="97068" y="1508593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• Returns hash code</a:t>
          </a:r>
        </a:p>
      </dsp:txBody>
      <dsp:txXfrm>
        <a:off x="97068" y="1508593"/>
        <a:ext cx="1856250" cy="720000"/>
      </dsp:txXfrm>
    </dsp:sp>
    <dsp:sp modelId="{FD127475-8894-46AE-8199-DE0CB45AC231}">
      <dsp:nvSpPr>
        <dsp:cNvPr id="0" name=""/>
        <dsp:cNvSpPr/>
      </dsp:nvSpPr>
      <dsp:spPr>
        <a:xfrm>
          <a:off x="2640131" y="23593"/>
          <a:ext cx="1132312" cy="11323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FFAEF2-0BC0-4389-ACB2-6CA4D60F8DF1}">
      <dsp:nvSpPr>
        <dsp:cNvPr id="0" name=""/>
        <dsp:cNvSpPr/>
      </dsp:nvSpPr>
      <dsp:spPr>
        <a:xfrm>
          <a:off x="2881443" y="264906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E95ECC-3037-4E98-880B-E697DFA0A6E5}">
      <dsp:nvSpPr>
        <dsp:cNvPr id="0" name=""/>
        <dsp:cNvSpPr/>
      </dsp:nvSpPr>
      <dsp:spPr>
        <a:xfrm>
          <a:off x="2278162" y="1508593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• Used in collections</a:t>
          </a:r>
        </a:p>
      </dsp:txBody>
      <dsp:txXfrm>
        <a:off x="2278162" y="1508593"/>
        <a:ext cx="1856250" cy="720000"/>
      </dsp:txXfrm>
    </dsp:sp>
    <dsp:sp modelId="{5CFAE018-ABCF-4219-9078-33C048CE0207}">
      <dsp:nvSpPr>
        <dsp:cNvPr id="0" name=""/>
        <dsp:cNvSpPr/>
      </dsp:nvSpPr>
      <dsp:spPr>
        <a:xfrm>
          <a:off x="1549584" y="2692656"/>
          <a:ext cx="1132312" cy="11323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316585-BFB2-4983-AB60-31A628C8FFBE}">
      <dsp:nvSpPr>
        <dsp:cNvPr id="0" name=""/>
        <dsp:cNvSpPr/>
      </dsp:nvSpPr>
      <dsp:spPr>
        <a:xfrm>
          <a:off x="1790896" y="2933968"/>
          <a:ext cx="649687" cy="6496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AE1EE4-6E14-4A20-B6E8-C33B6073095B}">
      <dsp:nvSpPr>
        <dsp:cNvPr id="0" name=""/>
        <dsp:cNvSpPr/>
      </dsp:nvSpPr>
      <dsp:spPr>
        <a:xfrm>
          <a:off x="1187615" y="4177656"/>
          <a:ext cx="185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/>
            <a:t>• Must align with Equals</a:t>
          </a:r>
        </a:p>
      </dsp:txBody>
      <dsp:txXfrm>
        <a:off x="1187615" y="4177656"/>
        <a:ext cx="185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rgbClr val="FFFFFF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6738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61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Freeform 10"/>
          <p:cNvSpPr/>
          <p:nvPr/>
        </p:nvSpPr>
        <p:spPr>
          <a:xfrm>
            <a:off x="4762" y="0"/>
            <a:ext cx="9139239" cy="4572001"/>
          </a:xfrm>
          <a:custGeom>
            <a:avLst/>
            <a:gdLst/>
            <a:ahLst/>
            <a:cxnLst/>
            <a:rect l="l" t="t" r="r" b="b"/>
            <a:pathLst>
              <a:path w="9139239" h="4572001">
                <a:moveTo>
                  <a:pt x="9139239" y="4171458"/>
                </a:moveTo>
                <a:lnTo>
                  <a:pt x="9139239" y="4479120"/>
                </a:lnTo>
                <a:lnTo>
                  <a:pt x="9061857" y="4572001"/>
                </a:lnTo>
                <a:lnTo>
                  <a:pt x="8867616" y="4572001"/>
                </a:lnTo>
                <a:cubicBezTo>
                  <a:pt x="8974940" y="4496648"/>
                  <a:pt x="9059271" y="4392377"/>
                  <a:pt x="9109281" y="4270954"/>
                </a:cubicBezTo>
                <a:close/>
                <a:moveTo>
                  <a:pt x="9139239" y="4017903"/>
                </a:moveTo>
                <a:lnTo>
                  <a:pt x="9139239" y="4146549"/>
                </a:lnTo>
                <a:lnTo>
                  <a:pt x="9061849" y="4168266"/>
                </a:lnTo>
                <a:cubicBezTo>
                  <a:pt x="8867508" y="4236060"/>
                  <a:pt x="8712637" y="4384208"/>
                  <a:pt x="8639677" y="4572001"/>
                </a:cubicBezTo>
                <a:lnTo>
                  <a:pt x="8502130" y="4572001"/>
                </a:lnTo>
                <a:cubicBezTo>
                  <a:pt x="8583823" y="4319597"/>
                  <a:pt x="8787913" y="4120306"/>
                  <a:pt x="9046727" y="4039822"/>
                </a:cubicBezTo>
                <a:close/>
                <a:moveTo>
                  <a:pt x="7620280" y="3999419"/>
                </a:moveTo>
                <a:lnTo>
                  <a:pt x="7637367" y="4001042"/>
                </a:lnTo>
                <a:cubicBezTo>
                  <a:pt x="7669753" y="4001569"/>
                  <a:pt x="7701646" y="4004550"/>
                  <a:pt x="7732829" y="4010107"/>
                </a:cubicBezTo>
                <a:cubicBezTo>
                  <a:pt x="7738405" y="4009688"/>
                  <a:pt x="7743733" y="4010636"/>
                  <a:pt x="7749042" y="4011646"/>
                </a:cubicBezTo>
                <a:lnTo>
                  <a:pt x="7749159" y="4012794"/>
                </a:lnTo>
                <a:cubicBezTo>
                  <a:pt x="8061238" y="4064450"/>
                  <a:pt x="8314467" y="4283539"/>
                  <a:pt x="8407830" y="4572001"/>
                </a:cubicBezTo>
                <a:lnTo>
                  <a:pt x="8270283" y="4572001"/>
                </a:lnTo>
                <a:cubicBezTo>
                  <a:pt x="8186900" y="4357380"/>
                  <a:pt x="7996531" y="4194541"/>
                  <a:pt x="7762529" y="4144250"/>
                </a:cubicBezTo>
                <a:cubicBezTo>
                  <a:pt x="7797023" y="4319651"/>
                  <a:pt x="7899246" y="4471530"/>
                  <a:pt x="8042344" y="4572001"/>
                </a:cubicBezTo>
                <a:lnTo>
                  <a:pt x="7848103" y="4572001"/>
                </a:lnTo>
                <a:cubicBezTo>
                  <a:pt x="7731971" y="4452596"/>
                  <a:pt x="7653409" y="4298519"/>
                  <a:pt x="7629044" y="4127511"/>
                </a:cubicBezTo>
                <a:cubicBezTo>
                  <a:pt x="7628876" y="4127458"/>
                  <a:pt x="7628708" y="4127453"/>
                  <a:pt x="7628538" y="4127448"/>
                </a:cubicBezTo>
                <a:lnTo>
                  <a:pt x="7628000" y="4120772"/>
                </a:lnTo>
                <a:cubicBezTo>
                  <a:pt x="7622941" y="4090522"/>
                  <a:pt x="7620490" y="4059631"/>
                  <a:pt x="7620533" y="4028296"/>
                </a:cubicBezTo>
                <a:cubicBezTo>
                  <a:pt x="7619221" y="4022668"/>
                  <a:pt x="7619162" y="4017001"/>
                  <a:pt x="7619162" y="4011320"/>
                </a:cubicBezTo>
                <a:lnTo>
                  <a:pt x="7619756" y="3999880"/>
                </a:lnTo>
                <a:lnTo>
                  <a:pt x="7620254" y="3999913"/>
                </a:lnTo>
                <a:close/>
                <a:moveTo>
                  <a:pt x="7597529" y="3999419"/>
                </a:moveTo>
                <a:lnTo>
                  <a:pt x="7597555" y="3999913"/>
                </a:lnTo>
                <a:lnTo>
                  <a:pt x="7598053" y="3999880"/>
                </a:lnTo>
                <a:lnTo>
                  <a:pt x="7598647" y="4011320"/>
                </a:lnTo>
                <a:cubicBezTo>
                  <a:pt x="7598647" y="4017001"/>
                  <a:pt x="7598588" y="4022668"/>
                  <a:pt x="7597276" y="4028296"/>
                </a:cubicBezTo>
                <a:cubicBezTo>
                  <a:pt x="7597319" y="4059631"/>
                  <a:pt x="7594868" y="4090522"/>
                  <a:pt x="7589809" y="4120772"/>
                </a:cubicBezTo>
                <a:lnTo>
                  <a:pt x="7589271" y="4127448"/>
                </a:lnTo>
                <a:cubicBezTo>
                  <a:pt x="7589101" y="4127453"/>
                  <a:pt x="7588933" y="4127458"/>
                  <a:pt x="7588765" y="4127511"/>
                </a:cubicBezTo>
                <a:cubicBezTo>
                  <a:pt x="7564400" y="4298519"/>
                  <a:pt x="7485838" y="4452596"/>
                  <a:pt x="7369706" y="4572001"/>
                </a:cubicBezTo>
                <a:lnTo>
                  <a:pt x="7175465" y="4572001"/>
                </a:lnTo>
                <a:cubicBezTo>
                  <a:pt x="7318563" y="4471530"/>
                  <a:pt x="7420786" y="4319651"/>
                  <a:pt x="7455280" y="4144250"/>
                </a:cubicBezTo>
                <a:cubicBezTo>
                  <a:pt x="7221278" y="4194541"/>
                  <a:pt x="7030909" y="4357380"/>
                  <a:pt x="6947526" y="4572001"/>
                </a:cubicBezTo>
                <a:lnTo>
                  <a:pt x="6809978" y="4572001"/>
                </a:lnTo>
                <a:cubicBezTo>
                  <a:pt x="6903341" y="4283539"/>
                  <a:pt x="7156571" y="4064450"/>
                  <a:pt x="7468650" y="4012794"/>
                </a:cubicBezTo>
                <a:lnTo>
                  <a:pt x="7468767" y="4011646"/>
                </a:lnTo>
                <a:cubicBezTo>
                  <a:pt x="7474076" y="4010636"/>
                  <a:pt x="7479404" y="4009688"/>
                  <a:pt x="7484980" y="4010107"/>
                </a:cubicBezTo>
                <a:cubicBezTo>
                  <a:pt x="7516163" y="4004550"/>
                  <a:pt x="7548056" y="4001569"/>
                  <a:pt x="7580442" y="4001042"/>
                </a:cubicBezTo>
                <a:close/>
                <a:moveTo>
                  <a:pt x="5928129" y="3999419"/>
                </a:moveTo>
                <a:lnTo>
                  <a:pt x="5945217" y="4001042"/>
                </a:lnTo>
                <a:cubicBezTo>
                  <a:pt x="5977602" y="4001569"/>
                  <a:pt x="6009495" y="4004550"/>
                  <a:pt x="6040678" y="4010107"/>
                </a:cubicBezTo>
                <a:cubicBezTo>
                  <a:pt x="6046254" y="4009688"/>
                  <a:pt x="6051582" y="4010636"/>
                  <a:pt x="6056891" y="4011646"/>
                </a:cubicBezTo>
                <a:lnTo>
                  <a:pt x="6057008" y="4012794"/>
                </a:lnTo>
                <a:cubicBezTo>
                  <a:pt x="6369087" y="4064450"/>
                  <a:pt x="6622316" y="4283539"/>
                  <a:pt x="6715680" y="4572001"/>
                </a:cubicBezTo>
                <a:lnTo>
                  <a:pt x="6578131" y="4572001"/>
                </a:lnTo>
                <a:cubicBezTo>
                  <a:pt x="6494748" y="4357380"/>
                  <a:pt x="6304380" y="4194541"/>
                  <a:pt x="6070378" y="4144250"/>
                </a:cubicBezTo>
                <a:cubicBezTo>
                  <a:pt x="6104872" y="4319650"/>
                  <a:pt x="6207095" y="4471530"/>
                  <a:pt x="6350192" y="4572001"/>
                </a:cubicBezTo>
                <a:lnTo>
                  <a:pt x="6155952" y="4572001"/>
                </a:lnTo>
                <a:cubicBezTo>
                  <a:pt x="6039820" y="4452596"/>
                  <a:pt x="5961257" y="4298519"/>
                  <a:pt x="5936893" y="4127511"/>
                </a:cubicBezTo>
                <a:cubicBezTo>
                  <a:pt x="5936725" y="4127458"/>
                  <a:pt x="5936557" y="4127453"/>
                  <a:pt x="5936387" y="4127448"/>
                </a:cubicBezTo>
                <a:lnTo>
                  <a:pt x="5935849" y="4120772"/>
                </a:lnTo>
                <a:cubicBezTo>
                  <a:pt x="5930790" y="4090522"/>
                  <a:pt x="5928340" y="4059631"/>
                  <a:pt x="5928382" y="4028296"/>
                </a:cubicBezTo>
                <a:cubicBezTo>
                  <a:pt x="5927070" y="4022668"/>
                  <a:pt x="5927011" y="4017001"/>
                  <a:pt x="5927011" y="4011320"/>
                </a:cubicBezTo>
                <a:lnTo>
                  <a:pt x="5927605" y="3999880"/>
                </a:lnTo>
                <a:lnTo>
                  <a:pt x="5928103" y="3999913"/>
                </a:lnTo>
                <a:close/>
                <a:moveTo>
                  <a:pt x="5905378" y="3999419"/>
                </a:moveTo>
                <a:lnTo>
                  <a:pt x="5905404" y="3999913"/>
                </a:lnTo>
                <a:lnTo>
                  <a:pt x="5905902" y="3999880"/>
                </a:lnTo>
                <a:lnTo>
                  <a:pt x="5906496" y="4011320"/>
                </a:lnTo>
                <a:cubicBezTo>
                  <a:pt x="5906496" y="4017001"/>
                  <a:pt x="5906437" y="4022668"/>
                  <a:pt x="5905125" y="4028296"/>
                </a:cubicBezTo>
                <a:cubicBezTo>
                  <a:pt x="5905167" y="4059631"/>
                  <a:pt x="5902717" y="4090522"/>
                  <a:pt x="5897658" y="4120772"/>
                </a:cubicBezTo>
                <a:lnTo>
                  <a:pt x="5897120" y="4127448"/>
                </a:lnTo>
                <a:cubicBezTo>
                  <a:pt x="5896950" y="4127453"/>
                  <a:pt x="5896782" y="4127458"/>
                  <a:pt x="5896614" y="4127511"/>
                </a:cubicBezTo>
                <a:cubicBezTo>
                  <a:pt x="5872249" y="4298519"/>
                  <a:pt x="5793686" y="4452596"/>
                  <a:pt x="5677555" y="4572001"/>
                </a:cubicBezTo>
                <a:lnTo>
                  <a:pt x="5483314" y="4572001"/>
                </a:lnTo>
                <a:cubicBezTo>
                  <a:pt x="5626412" y="4471530"/>
                  <a:pt x="5728635" y="4319650"/>
                  <a:pt x="5763129" y="4144250"/>
                </a:cubicBezTo>
                <a:cubicBezTo>
                  <a:pt x="5529126" y="4194541"/>
                  <a:pt x="5338758" y="4357380"/>
                  <a:pt x="5255375" y="4572001"/>
                </a:cubicBezTo>
                <a:lnTo>
                  <a:pt x="5117827" y="4572001"/>
                </a:lnTo>
                <a:cubicBezTo>
                  <a:pt x="5211190" y="4283539"/>
                  <a:pt x="5464420" y="4064450"/>
                  <a:pt x="5776499" y="4012794"/>
                </a:cubicBezTo>
                <a:lnTo>
                  <a:pt x="5776616" y="4011646"/>
                </a:lnTo>
                <a:cubicBezTo>
                  <a:pt x="5781926" y="4010636"/>
                  <a:pt x="5787253" y="4009688"/>
                  <a:pt x="5792829" y="4010107"/>
                </a:cubicBezTo>
                <a:cubicBezTo>
                  <a:pt x="5824012" y="4004550"/>
                  <a:pt x="5855905" y="4001569"/>
                  <a:pt x="5888290" y="4001042"/>
                </a:cubicBezTo>
                <a:close/>
                <a:moveTo>
                  <a:pt x="4235979" y="3999419"/>
                </a:moveTo>
                <a:lnTo>
                  <a:pt x="4253065" y="4001042"/>
                </a:lnTo>
                <a:cubicBezTo>
                  <a:pt x="4285451" y="4001569"/>
                  <a:pt x="4317343" y="4004550"/>
                  <a:pt x="4348528" y="4010107"/>
                </a:cubicBezTo>
                <a:cubicBezTo>
                  <a:pt x="4354104" y="4009688"/>
                  <a:pt x="4359431" y="4010636"/>
                  <a:pt x="4364739" y="4011646"/>
                </a:cubicBezTo>
                <a:lnTo>
                  <a:pt x="4364856" y="4012794"/>
                </a:lnTo>
                <a:cubicBezTo>
                  <a:pt x="4676936" y="4064450"/>
                  <a:pt x="4930165" y="4283539"/>
                  <a:pt x="5023528" y="4572001"/>
                </a:cubicBezTo>
                <a:lnTo>
                  <a:pt x="4885980" y="4572001"/>
                </a:lnTo>
                <a:cubicBezTo>
                  <a:pt x="4802597" y="4357380"/>
                  <a:pt x="4612229" y="4194541"/>
                  <a:pt x="4378227" y="4144250"/>
                </a:cubicBezTo>
                <a:cubicBezTo>
                  <a:pt x="4412722" y="4319651"/>
                  <a:pt x="4514944" y="4471530"/>
                  <a:pt x="4658041" y="4572001"/>
                </a:cubicBezTo>
                <a:lnTo>
                  <a:pt x="4463800" y="4572001"/>
                </a:lnTo>
                <a:cubicBezTo>
                  <a:pt x="4347669" y="4452596"/>
                  <a:pt x="4269106" y="4298519"/>
                  <a:pt x="4244741" y="4127511"/>
                </a:cubicBezTo>
                <a:cubicBezTo>
                  <a:pt x="4244574" y="4127458"/>
                  <a:pt x="4244405" y="4127453"/>
                  <a:pt x="4244236" y="4127448"/>
                </a:cubicBezTo>
                <a:lnTo>
                  <a:pt x="4243697" y="4120772"/>
                </a:lnTo>
                <a:cubicBezTo>
                  <a:pt x="4238639" y="4090522"/>
                  <a:pt x="4236188" y="4059631"/>
                  <a:pt x="4236230" y="4028296"/>
                </a:cubicBezTo>
                <a:cubicBezTo>
                  <a:pt x="4234918" y="4022668"/>
                  <a:pt x="4234860" y="4017001"/>
                  <a:pt x="4234860" y="4011320"/>
                </a:cubicBezTo>
                <a:lnTo>
                  <a:pt x="4235454" y="3999880"/>
                </a:lnTo>
                <a:lnTo>
                  <a:pt x="4235952" y="3999913"/>
                </a:lnTo>
                <a:close/>
                <a:moveTo>
                  <a:pt x="4213227" y="3999419"/>
                </a:moveTo>
                <a:lnTo>
                  <a:pt x="4213253" y="3999913"/>
                </a:lnTo>
                <a:lnTo>
                  <a:pt x="4213751" y="3999880"/>
                </a:lnTo>
                <a:lnTo>
                  <a:pt x="4214345" y="4011320"/>
                </a:lnTo>
                <a:cubicBezTo>
                  <a:pt x="4214345" y="4017001"/>
                  <a:pt x="4214286" y="4022668"/>
                  <a:pt x="4212974" y="4028296"/>
                </a:cubicBezTo>
                <a:cubicBezTo>
                  <a:pt x="4213016" y="4059631"/>
                  <a:pt x="4210566" y="4090522"/>
                  <a:pt x="4205507" y="4120772"/>
                </a:cubicBezTo>
                <a:lnTo>
                  <a:pt x="4204969" y="4127448"/>
                </a:lnTo>
                <a:cubicBezTo>
                  <a:pt x="4204799" y="4127453"/>
                  <a:pt x="4204631" y="4127458"/>
                  <a:pt x="4204463" y="4127511"/>
                </a:cubicBezTo>
                <a:cubicBezTo>
                  <a:pt x="4180098" y="4298519"/>
                  <a:pt x="4101535" y="4452596"/>
                  <a:pt x="3985404" y="4572001"/>
                </a:cubicBezTo>
                <a:lnTo>
                  <a:pt x="3791163" y="4572001"/>
                </a:lnTo>
                <a:cubicBezTo>
                  <a:pt x="3934261" y="4471530"/>
                  <a:pt x="4036484" y="4319651"/>
                  <a:pt x="4070978" y="4144250"/>
                </a:cubicBezTo>
                <a:cubicBezTo>
                  <a:pt x="3836975" y="4194541"/>
                  <a:pt x="3646607" y="4357380"/>
                  <a:pt x="3563224" y="4572001"/>
                </a:cubicBezTo>
                <a:lnTo>
                  <a:pt x="3425676" y="4572001"/>
                </a:lnTo>
                <a:cubicBezTo>
                  <a:pt x="3519039" y="4283539"/>
                  <a:pt x="3772269" y="4064450"/>
                  <a:pt x="4084348" y="4012794"/>
                </a:cubicBezTo>
                <a:lnTo>
                  <a:pt x="4084465" y="4011646"/>
                </a:lnTo>
                <a:cubicBezTo>
                  <a:pt x="4089774" y="4010636"/>
                  <a:pt x="4095102" y="4009688"/>
                  <a:pt x="4100678" y="4010107"/>
                </a:cubicBezTo>
                <a:cubicBezTo>
                  <a:pt x="4131861" y="4004550"/>
                  <a:pt x="4163754" y="4001569"/>
                  <a:pt x="4196139" y="4001042"/>
                </a:cubicBezTo>
                <a:close/>
                <a:moveTo>
                  <a:pt x="2543827" y="3999419"/>
                </a:moveTo>
                <a:lnTo>
                  <a:pt x="2560914" y="4001042"/>
                </a:lnTo>
                <a:cubicBezTo>
                  <a:pt x="2593300" y="4001569"/>
                  <a:pt x="2625192" y="4004550"/>
                  <a:pt x="2656376" y="4010107"/>
                </a:cubicBezTo>
                <a:cubicBezTo>
                  <a:pt x="2661952" y="4009688"/>
                  <a:pt x="2667280" y="4010636"/>
                  <a:pt x="2672588" y="4011646"/>
                </a:cubicBezTo>
                <a:lnTo>
                  <a:pt x="2672706" y="4012794"/>
                </a:lnTo>
                <a:cubicBezTo>
                  <a:pt x="2984785" y="4064450"/>
                  <a:pt x="3238014" y="4283539"/>
                  <a:pt x="3331377" y="4572001"/>
                </a:cubicBezTo>
                <a:lnTo>
                  <a:pt x="3193830" y="4572001"/>
                </a:lnTo>
                <a:cubicBezTo>
                  <a:pt x="3110446" y="4357380"/>
                  <a:pt x="2920078" y="4194541"/>
                  <a:pt x="2686076" y="4144250"/>
                </a:cubicBezTo>
                <a:cubicBezTo>
                  <a:pt x="2720570" y="4319650"/>
                  <a:pt x="2822793" y="4471530"/>
                  <a:pt x="2965890" y="4572001"/>
                </a:cubicBezTo>
                <a:lnTo>
                  <a:pt x="2771649" y="4572001"/>
                </a:lnTo>
                <a:cubicBezTo>
                  <a:pt x="2655518" y="4452596"/>
                  <a:pt x="2576955" y="4298519"/>
                  <a:pt x="2552590" y="4127511"/>
                </a:cubicBezTo>
                <a:cubicBezTo>
                  <a:pt x="2552423" y="4127458"/>
                  <a:pt x="2552254" y="4127453"/>
                  <a:pt x="2552085" y="4127448"/>
                </a:cubicBezTo>
                <a:lnTo>
                  <a:pt x="2551547" y="4120772"/>
                </a:lnTo>
                <a:cubicBezTo>
                  <a:pt x="2546488" y="4090522"/>
                  <a:pt x="2544037" y="4059631"/>
                  <a:pt x="2544079" y="4028296"/>
                </a:cubicBezTo>
                <a:cubicBezTo>
                  <a:pt x="2542767" y="4022668"/>
                  <a:pt x="2542709" y="4017001"/>
                  <a:pt x="2542709" y="4011320"/>
                </a:cubicBezTo>
                <a:lnTo>
                  <a:pt x="2543303" y="3999880"/>
                </a:lnTo>
                <a:lnTo>
                  <a:pt x="2543801" y="3999913"/>
                </a:lnTo>
                <a:close/>
                <a:moveTo>
                  <a:pt x="2521076" y="3999419"/>
                </a:moveTo>
                <a:lnTo>
                  <a:pt x="2521102" y="3999913"/>
                </a:lnTo>
                <a:lnTo>
                  <a:pt x="2521600" y="3999880"/>
                </a:lnTo>
                <a:lnTo>
                  <a:pt x="2522194" y="4011320"/>
                </a:lnTo>
                <a:cubicBezTo>
                  <a:pt x="2522194" y="4017001"/>
                  <a:pt x="2522135" y="4022668"/>
                  <a:pt x="2520823" y="4028296"/>
                </a:cubicBezTo>
                <a:cubicBezTo>
                  <a:pt x="2520865" y="4059631"/>
                  <a:pt x="2518415" y="4090522"/>
                  <a:pt x="2513356" y="4120772"/>
                </a:cubicBezTo>
                <a:lnTo>
                  <a:pt x="2512818" y="4127448"/>
                </a:lnTo>
                <a:cubicBezTo>
                  <a:pt x="2512648" y="4127453"/>
                  <a:pt x="2512480" y="4127458"/>
                  <a:pt x="2512312" y="4127511"/>
                </a:cubicBezTo>
                <a:cubicBezTo>
                  <a:pt x="2487947" y="4298519"/>
                  <a:pt x="2409385" y="4452596"/>
                  <a:pt x="2293253" y="4572001"/>
                </a:cubicBezTo>
                <a:lnTo>
                  <a:pt x="2099012" y="4572001"/>
                </a:lnTo>
                <a:cubicBezTo>
                  <a:pt x="2242110" y="4471530"/>
                  <a:pt x="2344333" y="4319651"/>
                  <a:pt x="2378827" y="4144250"/>
                </a:cubicBezTo>
                <a:cubicBezTo>
                  <a:pt x="2144825" y="4194541"/>
                  <a:pt x="1954456" y="4357380"/>
                  <a:pt x="1871073" y="4572001"/>
                </a:cubicBezTo>
                <a:lnTo>
                  <a:pt x="1733525" y="4572001"/>
                </a:lnTo>
                <a:cubicBezTo>
                  <a:pt x="1826888" y="4283539"/>
                  <a:pt x="2080118" y="4064450"/>
                  <a:pt x="2392197" y="4012794"/>
                </a:cubicBezTo>
                <a:lnTo>
                  <a:pt x="2392314" y="4011646"/>
                </a:lnTo>
                <a:cubicBezTo>
                  <a:pt x="2397623" y="4010636"/>
                  <a:pt x="2402951" y="4009688"/>
                  <a:pt x="2408527" y="4010107"/>
                </a:cubicBezTo>
                <a:cubicBezTo>
                  <a:pt x="2439710" y="4004550"/>
                  <a:pt x="2471603" y="4001569"/>
                  <a:pt x="2503988" y="4001042"/>
                </a:cubicBezTo>
                <a:close/>
                <a:moveTo>
                  <a:pt x="851676" y="3999419"/>
                </a:moveTo>
                <a:lnTo>
                  <a:pt x="868763" y="4001042"/>
                </a:lnTo>
                <a:cubicBezTo>
                  <a:pt x="901149" y="4001569"/>
                  <a:pt x="933041" y="4004550"/>
                  <a:pt x="964225" y="4010107"/>
                </a:cubicBezTo>
                <a:cubicBezTo>
                  <a:pt x="969801" y="4009688"/>
                  <a:pt x="975129" y="4010636"/>
                  <a:pt x="980437" y="4011646"/>
                </a:cubicBezTo>
                <a:lnTo>
                  <a:pt x="980555" y="4012794"/>
                </a:lnTo>
                <a:cubicBezTo>
                  <a:pt x="1292634" y="4064450"/>
                  <a:pt x="1545864" y="4283539"/>
                  <a:pt x="1639226" y="4572001"/>
                </a:cubicBezTo>
                <a:lnTo>
                  <a:pt x="1501679" y="4572001"/>
                </a:lnTo>
                <a:cubicBezTo>
                  <a:pt x="1418296" y="4357380"/>
                  <a:pt x="1227927" y="4194541"/>
                  <a:pt x="993925" y="4144250"/>
                </a:cubicBezTo>
                <a:cubicBezTo>
                  <a:pt x="1028419" y="4319651"/>
                  <a:pt x="1130642" y="4471530"/>
                  <a:pt x="1273740" y="4572001"/>
                </a:cubicBezTo>
                <a:lnTo>
                  <a:pt x="1079499" y="4572001"/>
                </a:lnTo>
                <a:cubicBezTo>
                  <a:pt x="963367" y="4452596"/>
                  <a:pt x="884804" y="4298519"/>
                  <a:pt x="860439" y="4127511"/>
                </a:cubicBezTo>
                <a:cubicBezTo>
                  <a:pt x="860272" y="4127458"/>
                  <a:pt x="860103" y="4127453"/>
                  <a:pt x="859934" y="4127448"/>
                </a:cubicBezTo>
                <a:lnTo>
                  <a:pt x="859396" y="4120772"/>
                </a:lnTo>
                <a:cubicBezTo>
                  <a:pt x="854337" y="4090522"/>
                  <a:pt x="851886" y="4059631"/>
                  <a:pt x="851928" y="4028296"/>
                </a:cubicBezTo>
                <a:cubicBezTo>
                  <a:pt x="850616" y="4022668"/>
                  <a:pt x="850558" y="4017001"/>
                  <a:pt x="850558" y="4011320"/>
                </a:cubicBezTo>
                <a:lnTo>
                  <a:pt x="851152" y="3999880"/>
                </a:lnTo>
                <a:lnTo>
                  <a:pt x="851650" y="3999913"/>
                </a:lnTo>
                <a:close/>
                <a:moveTo>
                  <a:pt x="828925" y="3999419"/>
                </a:moveTo>
                <a:lnTo>
                  <a:pt x="828951" y="3999913"/>
                </a:lnTo>
                <a:lnTo>
                  <a:pt x="829449" y="3999880"/>
                </a:lnTo>
                <a:lnTo>
                  <a:pt x="830043" y="4011320"/>
                </a:lnTo>
                <a:cubicBezTo>
                  <a:pt x="830043" y="4017001"/>
                  <a:pt x="829984" y="4022668"/>
                  <a:pt x="828672" y="4028296"/>
                </a:cubicBezTo>
                <a:cubicBezTo>
                  <a:pt x="828714" y="4059631"/>
                  <a:pt x="826264" y="4090522"/>
                  <a:pt x="821205" y="4120772"/>
                </a:cubicBezTo>
                <a:lnTo>
                  <a:pt x="820667" y="4127448"/>
                </a:lnTo>
                <a:cubicBezTo>
                  <a:pt x="820497" y="4127453"/>
                  <a:pt x="820329" y="4127458"/>
                  <a:pt x="820161" y="4127511"/>
                </a:cubicBezTo>
                <a:cubicBezTo>
                  <a:pt x="795796" y="4298519"/>
                  <a:pt x="717234" y="4452596"/>
                  <a:pt x="601102" y="4572001"/>
                </a:cubicBezTo>
                <a:lnTo>
                  <a:pt x="406861" y="4572001"/>
                </a:lnTo>
                <a:cubicBezTo>
                  <a:pt x="549959" y="4471530"/>
                  <a:pt x="652182" y="4319650"/>
                  <a:pt x="686676" y="4144250"/>
                </a:cubicBezTo>
                <a:cubicBezTo>
                  <a:pt x="452674" y="4194541"/>
                  <a:pt x="262305" y="4357380"/>
                  <a:pt x="178922" y="4572001"/>
                </a:cubicBezTo>
                <a:lnTo>
                  <a:pt x="41374" y="4572001"/>
                </a:lnTo>
                <a:cubicBezTo>
                  <a:pt x="134738" y="4283539"/>
                  <a:pt x="387967" y="4064450"/>
                  <a:pt x="700046" y="4012794"/>
                </a:cubicBezTo>
                <a:lnTo>
                  <a:pt x="700163" y="4011646"/>
                </a:lnTo>
                <a:cubicBezTo>
                  <a:pt x="705472" y="4010636"/>
                  <a:pt x="710800" y="4009688"/>
                  <a:pt x="716376" y="4010107"/>
                </a:cubicBezTo>
                <a:cubicBezTo>
                  <a:pt x="747559" y="4004550"/>
                  <a:pt x="779452" y="4001569"/>
                  <a:pt x="811837" y="4001042"/>
                </a:cubicBezTo>
                <a:close/>
                <a:moveTo>
                  <a:pt x="8305836" y="3304913"/>
                </a:moveTo>
                <a:cubicBezTo>
                  <a:pt x="8030646" y="3363591"/>
                  <a:pt x="7815802" y="3576701"/>
                  <a:pt x="7762527" y="3845480"/>
                </a:cubicBezTo>
                <a:cubicBezTo>
                  <a:pt x="8037717" y="3786801"/>
                  <a:pt x="8252560" y="3573691"/>
                  <a:pt x="8305836" y="3304913"/>
                </a:cubicBezTo>
                <a:close/>
                <a:moveTo>
                  <a:pt x="6911971" y="3304913"/>
                </a:moveTo>
                <a:cubicBezTo>
                  <a:pt x="6965247" y="3573691"/>
                  <a:pt x="7180090" y="3786801"/>
                  <a:pt x="7455280" y="3845480"/>
                </a:cubicBezTo>
                <a:cubicBezTo>
                  <a:pt x="7402005" y="3576701"/>
                  <a:pt x="7187161" y="3363591"/>
                  <a:pt x="6911971" y="3304913"/>
                </a:cubicBezTo>
                <a:close/>
                <a:moveTo>
                  <a:pt x="6613685" y="3304913"/>
                </a:moveTo>
                <a:cubicBezTo>
                  <a:pt x="6338495" y="3363591"/>
                  <a:pt x="6123651" y="3576701"/>
                  <a:pt x="6070376" y="3845480"/>
                </a:cubicBezTo>
                <a:cubicBezTo>
                  <a:pt x="6345566" y="3786801"/>
                  <a:pt x="6560409" y="3573691"/>
                  <a:pt x="6613685" y="3304913"/>
                </a:cubicBezTo>
                <a:close/>
                <a:moveTo>
                  <a:pt x="5219820" y="3304913"/>
                </a:moveTo>
                <a:cubicBezTo>
                  <a:pt x="5273096" y="3573691"/>
                  <a:pt x="5487939" y="3786801"/>
                  <a:pt x="5763129" y="3845480"/>
                </a:cubicBezTo>
                <a:cubicBezTo>
                  <a:pt x="5709854" y="3576701"/>
                  <a:pt x="5495010" y="3363591"/>
                  <a:pt x="5219820" y="3304913"/>
                </a:cubicBezTo>
                <a:close/>
                <a:moveTo>
                  <a:pt x="4921534" y="3304913"/>
                </a:moveTo>
                <a:cubicBezTo>
                  <a:pt x="4646344" y="3363591"/>
                  <a:pt x="4431500" y="3576701"/>
                  <a:pt x="4378225" y="3845480"/>
                </a:cubicBezTo>
                <a:cubicBezTo>
                  <a:pt x="4653415" y="3786801"/>
                  <a:pt x="4868259" y="3573691"/>
                  <a:pt x="4921534" y="3304913"/>
                </a:cubicBezTo>
                <a:close/>
                <a:moveTo>
                  <a:pt x="3527669" y="3304913"/>
                </a:moveTo>
                <a:cubicBezTo>
                  <a:pt x="3580945" y="3573691"/>
                  <a:pt x="3795788" y="3786801"/>
                  <a:pt x="4070978" y="3845480"/>
                </a:cubicBezTo>
                <a:cubicBezTo>
                  <a:pt x="4017703" y="3576701"/>
                  <a:pt x="3802859" y="3363591"/>
                  <a:pt x="3527669" y="3304913"/>
                </a:cubicBezTo>
                <a:close/>
                <a:moveTo>
                  <a:pt x="3229383" y="3304913"/>
                </a:moveTo>
                <a:cubicBezTo>
                  <a:pt x="2954193" y="3363591"/>
                  <a:pt x="2739349" y="3576701"/>
                  <a:pt x="2686074" y="3845480"/>
                </a:cubicBezTo>
                <a:cubicBezTo>
                  <a:pt x="2961264" y="3786801"/>
                  <a:pt x="3176107" y="3573691"/>
                  <a:pt x="3229383" y="3304913"/>
                </a:cubicBezTo>
                <a:close/>
                <a:moveTo>
                  <a:pt x="1835518" y="3304913"/>
                </a:moveTo>
                <a:cubicBezTo>
                  <a:pt x="1888794" y="3573691"/>
                  <a:pt x="2103637" y="3786801"/>
                  <a:pt x="2378827" y="3845480"/>
                </a:cubicBezTo>
                <a:cubicBezTo>
                  <a:pt x="2325552" y="3576701"/>
                  <a:pt x="2110708" y="3363591"/>
                  <a:pt x="1835518" y="3304913"/>
                </a:cubicBezTo>
                <a:close/>
                <a:moveTo>
                  <a:pt x="1537232" y="3304913"/>
                </a:moveTo>
                <a:cubicBezTo>
                  <a:pt x="1262042" y="3363591"/>
                  <a:pt x="1047198" y="3576701"/>
                  <a:pt x="993923" y="3845480"/>
                </a:cubicBezTo>
                <a:cubicBezTo>
                  <a:pt x="1269113" y="3786801"/>
                  <a:pt x="1483956" y="3573691"/>
                  <a:pt x="1537232" y="3304913"/>
                </a:cubicBezTo>
                <a:close/>
                <a:moveTo>
                  <a:pt x="143367" y="3304913"/>
                </a:moveTo>
                <a:cubicBezTo>
                  <a:pt x="196643" y="3573691"/>
                  <a:pt x="411486" y="3786801"/>
                  <a:pt x="686676" y="3845480"/>
                </a:cubicBezTo>
                <a:cubicBezTo>
                  <a:pt x="633401" y="3576701"/>
                  <a:pt x="418557" y="3363591"/>
                  <a:pt x="143367" y="3304913"/>
                </a:cubicBezTo>
                <a:close/>
                <a:moveTo>
                  <a:pt x="8461873" y="3161219"/>
                </a:moveTo>
                <a:lnTo>
                  <a:pt x="8478960" y="3162829"/>
                </a:lnTo>
                <a:cubicBezTo>
                  <a:pt x="8511346" y="3163352"/>
                  <a:pt x="8543239" y="3166310"/>
                  <a:pt x="8574422" y="3171823"/>
                </a:cubicBezTo>
                <a:cubicBezTo>
                  <a:pt x="8579998" y="3171407"/>
                  <a:pt x="8585326" y="3172348"/>
                  <a:pt x="8590635" y="3173350"/>
                </a:cubicBezTo>
                <a:lnTo>
                  <a:pt x="8590752" y="3174489"/>
                </a:lnTo>
                <a:cubicBezTo>
                  <a:pt x="8815033" y="3211322"/>
                  <a:pt x="9008920" y="3333951"/>
                  <a:pt x="9135069" y="3506215"/>
                </a:cubicBezTo>
                <a:lnTo>
                  <a:pt x="9139239" y="3512974"/>
                </a:lnTo>
                <a:lnTo>
                  <a:pt x="9139239" y="3816134"/>
                </a:lnTo>
                <a:lnTo>
                  <a:pt x="9120077" y="3747490"/>
                </a:lnTo>
                <a:cubicBezTo>
                  <a:pt x="9039502" y="3525837"/>
                  <a:pt x="8844913" y="3356256"/>
                  <a:pt x="8604122" y="3304913"/>
                </a:cubicBezTo>
                <a:cubicBezTo>
                  <a:pt x="8650738" y="3540094"/>
                  <a:pt x="8821055" y="3732654"/>
                  <a:pt x="9047261" y="3816429"/>
                </a:cubicBezTo>
                <a:lnTo>
                  <a:pt x="9139239" y="3843104"/>
                </a:lnTo>
                <a:lnTo>
                  <a:pt x="9139239" y="3970603"/>
                </a:lnTo>
                <a:lnTo>
                  <a:pt x="9030179" y="3943797"/>
                </a:lnTo>
                <a:cubicBezTo>
                  <a:pt x="8735297" y="3846211"/>
                  <a:pt x="8514628" y="3594637"/>
                  <a:pt x="8470637" y="3288305"/>
                </a:cubicBezTo>
                <a:cubicBezTo>
                  <a:pt x="8470469" y="3288253"/>
                  <a:pt x="8470301" y="3288248"/>
                  <a:pt x="8470131" y="3288243"/>
                </a:cubicBezTo>
                <a:lnTo>
                  <a:pt x="8469593" y="3281619"/>
                </a:lnTo>
                <a:cubicBezTo>
                  <a:pt x="8464534" y="3251607"/>
                  <a:pt x="8462083" y="3220958"/>
                  <a:pt x="8462126" y="3189869"/>
                </a:cubicBezTo>
                <a:cubicBezTo>
                  <a:pt x="8460814" y="3184286"/>
                  <a:pt x="8460755" y="3178663"/>
                  <a:pt x="8460755" y="3173027"/>
                </a:cubicBezTo>
                <a:lnTo>
                  <a:pt x="8461349" y="3161677"/>
                </a:lnTo>
                <a:lnTo>
                  <a:pt x="8461847" y="3161709"/>
                </a:lnTo>
                <a:close/>
                <a:moveTo>
                  <a:pt x="8448085" y="3161219"/>
                </a:moveTo>
                <a:lnTo>
                  <a:pt x="8448111" y="3161709"/>
                </a:lnTo>
                <a:lnTo>
                  <a:pt x="8448609" y="3161677"/>
                </a:lnTo>
                <a:lnTo>
                  <a:pt x="8449203" y="3173027"/>
                </a:lnTo>
                <a:cubicBezTo>
                  <a:pt x="8449203" y="3178663"/>
                  <a:pt x="8449144" y="3184286"/>
                  <a:pt x="8447832" y="3189869"/>
                </a:cubicBezTo>
                <a:cubicBezTo>
                  <a:pt x="8447875" y="3220958"/>
                  <a:pt x="8445424" y="3251607"/>
                  <a:pt x="8440365" y="3281619"/>
                </a:cubicBezTo>
                <a:lnTo>
                  <a:pt x="8439827" y="3288243"/>
                </a:lnTo>
                <a:cubicBezTo>
                  <a:pt x="8439657" y="3288248"/>
                  <a:pt x="8439489" y="3288253"/>
                  <a:pt x="8439321" y="3288305"/>
                </a:cubicBezTo>
                <a:cubicBezTo>
                  <a:pt x="8389046" y="3638399"/>
                  <a:pt x="8108007" y="3916971"/>
                  <a:pt x="7749156" y="3975903"/>
                </a:cubicBezTo>
                <a:lnTo>
                  <a:pt x="7749040" y="3977042"/>
                </a:lnTo>
                <a:cubicBezTo>
                  <a:pt x="7743729" y="3978045"/>
                  <a:pt x="7738400" y="3978986"/>
                  <a:pt x="7732823" y="3978570"/>
                </a:cubicBezTo>
                <a:cubicBezTo>
                  <a:pt x="7701651" y="3984080"/>
                  <a:pt x="7669771" y="3987038"/>
                  <a:pt x="7637396" y="3987561"/>
                </a:cubicBezTo>
                <a:lnTo>
                  <a:pt x="7620278" y="3989174"/>
                </a:lnTo>
                <a:lnTo>
                  <a:pt x="7620252" y="3988683"/>
                </a:lnTo>
                <a:lnTo>
                  <a:pt x="7619753" y="3988716"/>
                </a:lnTo>
                <a:cubicBezTo>
                  <a:pt x="7619187" y="3984944"/>
                  <a:pt x="7619160" y="3981158"/>
                  <a:pt x="7619160" y="3977366"/>
                </a:cubicBezTo>
                <a:cubicBezTo>
                  <a:pt x="7619160" y="3971728"/>
                  <a:pt x="7619219" y="3966104"/>
                  <a:pt x="7620531" y="3960518"/>
                </a:cubicBezTo>
                <a:cubicBezTo>
                  <a:pt x="7620488" y="3929436"/>
                  <a:pt x="7622938" y="3898794"/>
                  <a:pt x="7627995" y="3868787"/>
                </a:cubicBezTo>
                <a:lnTo>
                  <a:pt x="7628535" y="3862150"/>
                </a:lnTo>
                <a:cubicBezTo>
                  <a:pt x="7628704" y="3862145"/>
                  <a:pt x="7628873" y="3862140"/>
                  <a:pt x="7629040" y="3862087"/>
                </a:cubicBezTo>
                <a:cubicBezTo>
                  <a:pt x="7679317" y="3511992"/>
                  <a:pt x="7960356" y="3233421"/>
                  <a:pt x="8319206" y="3174489"/>
                </a:cubicBezTo>
                <a:lnTo>
                  <a:pt x="8319323" y="3173350"/>
                </a:lnTo>
                <a:cubicBezTo>
                  <a:pt x="8324632" y="3172348"/>
                  <a:pt x="8329960" y="3171407"/>
                  <a:pt x="8335536" y="3171823"/>
                </a:cubicBezTo>
                <a:cubicBezTo>
                  <a:pt x="8366719" y="3166310"/>
                  <a:pt x="8398612" y="3163352"/>
                  <a:pt x="8430998" y="3162829"/>
                </a:cubicBezTo>
                <a:close/>
                <a:moveTo>
                  <a:pt x="6769722" y="3161219"/>
                </a:moveTo>
                <a:lnTo>
                  <a:pt x="6786810" y="3162829"/>
                </a:lnTo>
                <a:cubicBezTo>
                  <a:pt x="6819195" y="3163352"/>
                  <a:pt x="6851088" y="3166310"/>
                  <a:pt x="6882271" y="3171823"/>
                </a:cubicBezTo>
                <a:cubicBezTo>
                  <a:pt x="6887847" y="3171407"/>
                  <a:pt x="6893175" y="3172348"/>
                  <a:pt x="6898484" y="3173350"/>
                </a:cubicBezTo>
                <a:lnTo>
                  <a:pt x="6898601" y="3174489"/>
                </a:lnTo>
                <a:cubicBezTo>
                  <a:pt x="7257451" y="3233421"/>
                  <a:pt x="7538490" y="3511992"/>
                  <a:pt x="7588766" y="3862087"/>
                </a:cubicBezTo>
                <a:cubicBezTo>
                  <a:pt x="7588934" y="3862140"/>
                  <a:pt x="7589103" y="3862145"/>
                  <a:pt x="7589272" y="3862150"/>
                </a:cubicBezTo>
                <a:lnTo>
                  <a:pt x="7589812" y="3868787"/>
                </a:lnTo>
                <a:cubicBezTo>
                  <a:pt x="7594869" y="3898794"/>
                  <a:pt x="7597319" y="3929436"/>
                  <a:pt x="7597276" y="3960518"/>
                </a:cubicBezTo>
                <a:cubicBezTo>
                  <a:pt x="7598588" y="3966104"/>
                  <a:pt x="7598647" y="3971728"/>
                  <a:pt x="7598647" y="3977366"/>
                </a:cubicBezTo>
                <a:cubicBezTo>
                  <a:pt x="7598647" y="3981158"/>
                  <a:pt x="7598620" y="3984944"/>
                  <a:pt x="7598054" y="3988716"/>
                </a:cubicBezTo>
                <a:lnTo>
                  <a:pt x="7597555" y="3988683"/>
                </a:lnTo>
                <a:lnTo>
                  <a:pt x="7597529" y="3989174"/>
                </a:lnTo>
                <a:lnTo>
                  <a:pt x="7580411" y="3987561"/>
                </a:lnTo>
                <a:cubicBezTo>
                  <a:pt x="7548036" y="3987038"/>
                  <a:pt x="7516156" y="3984080"/>
                  <a:pt x="7484984" y="3978570"/>
                </a:cubicBezTo>
                <a:cubicBezTo>
                  <a:pt x="7479407" y="3978986"/>
                  <a:pt x="7474078" y="3978045"/>
                  <a:pt x="7468767" y="3977042"/>
                </a:cubicBezTo>
                <a:lnTo>
                  <a:pt x="7468651" y="3975903"/>
                </a:lnTo>
                <a:cubicBezTo>
                  <a:pt x="7109800" y="3916971"/>
                  <a:pt x="6828761" y="3638399"/>
                  <a:pt x="6778486" y="3288305"/>
                </a:cubicBezTo>
                <a:cubicBezTo>
                  <a:pt x="6778318" y="3288253"/>
                  <a:pt x="6778150" y="3288248"/>
                  <a:pt x="6777980" y="3288243"/>
                </a:cubicBezTo>
                <a:lnTo>
                  <a:pt x="6777442" y="3281619"/>
                </a:lnTo>
                <a:cubicBezTo>
                  <a:pt x="6772383" y="3251607"/>
                  <a:pt x="6769933" y="3220958"/>
                  <a:pt x="6769975" y="3189869"/>
                </a:cubicBezTo>
                <a:cubicBezTo>
                  <a:pt x="6768663" y="3184286"/>
                  <a:pt x="6768604" y="3178663"/>
                  <a:pt x="6768604" y="3173027"/>
                </a:cubicBezTo>
                <a:lnTo>
                  <a:pt x="6769198" y="3161677"/>
                </a:lnTo>
                <a:lnTo>
                  <a:pt x="6769696" y="3161709"/>
                </a:lnTo>
                <a:close/>
                <a:moveTo>
                  <a:pt x="6755934" y="3161219"/>
                </a:moveTo>
                <a:lnTo>
                  <a:pt x="6755960" y="3161709"/>
                </a:lnTo>
                <a:lnTo>
                  <a:pt x="6756458" y="3161677"/>
                </a:lnTo>
                <a:lnTo>
                  <a:pt x="6757052" y="3173027"/>
                </a:lnTo>
                <a:cubicBezTo>
                  <a:pt x="6757052" y="3178663"/>
                  <a:pt x="6756994" y="3184286"/>
                  <a:pt x="6755682" y="3189869"/>
                </a:cubicBezTo>
                <a:cubicBezTo>
                  <a:pt x="6755724" y="3220958"/>
                  <a:pt x="6753273" y="3251607"/>
                  <a:pt x="6748215" y="3281619"/>
                </a:cubicBezTo>
                <a:lnTo>
                  <a:pt x="6747676" y="3288243"/>
                </a:lnTo>
                <a:cubicBezTo>
                  <a:pt x="6747507" y="3288248"/>
                  <a:pt x="6747338" y="3288253"/>
                  <a:pt x="6747171" y="3288305"/>
                </a:cubicBezTo>
                <a:cubicBezTo>
                  <a:pt x="6696895" y="3638399"/>
                  <a:pt x="6415856" y="3916971"/>
                  <a:pt x="6057005" y="3975903"/>
                </a:cubicBezTo>
                <a:lnTo>
                  <a:pt x="6056889" y="3977042"/>
                </a:lnTo>
                <a:cubicBezTo>
                  <a:pt x="6051578" y="3978045"/>
                  <a:pt x="6046249" y="3978986"/>
                  <a:pt x="6040672" y="3978570"/>
                </a:cubicBezTo>
                <a:cubicBezTo>
                  <a:pt x="6009500" y="3984080"/>
                  <a:pt x="5977620" y="3987038"/>
                  <a:pt x="5945246" y="3987561"/>
                </a:cubicBezTo>
                <a:lnTo>
                  <a:pt x="5928127" y="3989174"/>
                </a:lnTo>
                <a:lnTo>
                  <a:pt x="5928101" y="3988683"/>
                </a:lnTo>
                <a:lnTo>
                  <a:pt x="5927602" y="3988716"/>
                </a:lnTo>
                <a:cubicBezTo>
                  <a:pt x="5927036" y="3984944"/>
                  <a:pt x="5927009" y="3981158"/>
                  <a:pt x="5927009" y="3977366"/>
                </a:cubicBezTo>
                <a:cubicBezTo>
                  <a:pt x="5927009" y="3971728"/>
                  <a:pt x="5927068" y="3966104"/>
                  <a:pt x="5928380" y="3960518"/>
                </a:cubicBezTo>
                <a:cubicBezTo>
                  <a:pt x="5928338" y="3929436"/>
                  <a:pt x="5930787" y="3898794"/>
                  <a:pt x="5935844" y="3868787"/>
                </a:cubicBezTo>
                <a:lnTo>
                  <a:pt x="5936384" y="3862150"/>
                </a:lnTo>
                <a:cubicBezTo>
                  <a:pt x="5936553" y="3862145"/>
                  <a:pt x="5936722" y="3862140"/>
                  <a:pt x="5936890" y="3862087"/>
                </a:cubicBezTo>
                <a:cubicBezTo>
                  <a:pt x="5987166" y="3511992"/>
                  <a:pt x="6268205" y="3233421"/>
                  <a:pt x="6627056" y="3174489"/>
                </a:cubicBezTo>
                <a:lnTo>
                  <a:pt x="6627173" y="3173350"/>
                </a:lnTo>
                <a:cubicBezTo>
                  <a:pt x="6632481" y="3172348"/>
                  <a:pt x="6637809" y="3171407"/>
                  <a:pt x="6643385" y="3171823"/>
                </a:cubicBezTo>
                <a:cubicBezTo>
                  <a:pt x="6674569" y="3166310"/>
                  <a:pt x="6706461" y="3163352"/>
                  <a:pt x="6738847" y="3162829"/>
                </a:cubicBezTo>
                <a:close/>
                <a:moveTo>
                  <a:pt x="5077571" y="3161219"/>
                </a:moveTo>
                <a:lnTo>
                  <a:pt x="5094659" y="3162829"/>
                </a:lnTo>
                <a:cubicBezTo>
                  <a:pt x="5127044" y="3163352"/>
                  <a:pt x="5158937" y="3166310"/>
                  <a:pt x="5190120" y="3171823"/>
                </a:cubicBezTo>
                <a:cubicBezTo>
                  <a:pt x="5195696" y="3171407"/>
                  <a:pt x="5201024" y="3172348"/>
                  <a:pt x="5206334" y="3173350"/>
                </a:cubicBezTo>
                <a:lnTo>
                  <a:pt x="5206450" y="3174489"/>
                </a:lnTo>
                <a:cubicBezTo>
                  <a:pt x="5565300" y="3233421"/>
                  <a:pt x="5846339" y="3511992"/>
                  <a:pt x="5896616" y="3862087"/>
                </a:cubicBezTo>
                <a:cubicBezTo>
                  <a:pt x="5896783" y="3862140"/>
                  <a:pt x="5896953" y="3862145"/>
                  <a:pt x="5897121" y="3862150"/>
                </a:cubicBezTo>
                <a:lnTo>
                  <a:pt x="5897662" y="3868787"/>
                </a:lnTo>
                <a:cubicBezTo>
                  <a:pt x="5902718" y="3898794"/>
                  <a:pt x="5905168" y="3929436"/>
                  <a:pt x="5905126" y="3960518"/>
                </a:cubicBezTo>
                <a:cubicBezTo>
                  <a:pt x="5906438" y="3966104"/>
                  <a:pt x="5906496" y="3971728"/>
                  <a:pt x="5906496" y="3977366"/>
                </a:cubicBezTo>
                <a:cubicBezTo>
                  <a:pt x="5906496" y="3981158"/>
                  <a:pt x="5906469" y="3984944"/>
                  <a:pt x="5905903" y="3988716"/>
                </a:cubicBezTo>
                <a:lnTo>
                  <a:pt x="5905404" y="3988683"/>
                </a:lnTo>
                <a:lnTo>
                  <a:pt x="5905378" y="3989174"/>
                </a:lnTo>
                <a:lnTo>
                  <a:pt x="5888260" y="3987561"/>
                </a:lnTo>
                <a:cubicBezTo>
                  <a:pt x="5855886" y="3987038"/>
                  <a:pt x="5824005" y="3984080"/>
                  <a:pt x="5792833" y="3978570"/>
                </a:cubicBezTo>
                <a:cubicBezTo>
                  <a:pt x="5787256" y="3978986"/>
                  <a:pt x="5781927" y="3978045"/>
                  <a:pt x="5776617" y="3977042"/>
                </a:cubicBezTo>
                <a:lnTo>
                  <a:pt x="5776501" y="3975903"/>
                </a:lnTo>
                <a:cubicBezTo>
                  <a:pt x="5417649" y="3916971"/>
                  <a:pt x="5136610" y="3638399"/>
                  <a:pt x="5086335" y="3288305"/>
                </a:cubicBezTo>
                <a:cubicBezTo>
                  <a:pt x="5086167" y="3288253"/>
                  <a:pt x="5085999" y="3288248"/>
                  <a:pt x="5085830" y="3288243"/>
                </a:cubicBezTo>
                <a:lnTo>
                  <a:pt x="5085291" y="3281619"/>
                </a:lnTo>
                <a:cubicBezTo>
                  <a:pt x="5080233" y="3251607"/>
                  <a:pt x="5077782" y="3220958"/>
                  <a:pt x="5077824" y="3189869"/>
                </a:cubicBezTo>
                <a:cubicBezTo>
                  <a:pt x="5076512" y="3184286"/>
                  <a:pt x="5076453" y="3178663"/>
                  <a:pt x="5076453" y="3173027"/>
                </a:cubicBezTo>
                <a:lnTo>
                  <a:pt x="5077047" y="3161677"/>
                </a:lnTo>
                <a:lnTo>
                  <a:pt x="5077545" y="3161709"/>
                </a:lnTo>
                <a:close/>
                <a:moveTo>
                  <a:pt x="5063783" y="3161219"/>
                </a:moveTo>
                <a:lnTo>
                  <a:pt x="5063809" y="3161709"/>
                </a:lnTo>
                <a:lnTo>
                  <a:pt x="5064307" y="3161677"/>
                </a:lnTo>
                <a:lnTo>
                  <a:pt x="5064902" y="3173027"/>
                </a:lnTo>
                <a:cubicBezTo>
                  <a:pt x="5064902" y="3178663"/>
                  <a:pt x="5064842" y="3184286"/>
                  <a:pt x="5063530" y="3189869"/>
                </a:cubicBezTo>
                <a:cubicBezTo>
                  <a:pt x="5063572" y="3220958"/>
                  <a:pt x="5061122" y="3251607"/>
                  <a:pt x="5056063" y="3281619"/>
                </a:cubicBezTo>
                <a:lnTo>
                  <a:pt x="5055525" y="3288243"/>
                </a:lnTo>
                <a:cubicBezTo>
                  <a:pt x="5055355" y="3288248"/>
                  <a:pt x="5055187" y="3288253"/>
                  <a:pt x="5055019" y="3288305"/>
                </a:cubicBezTo>
                <a:cubicBezTo>
                  <a:pt x="5004744" y="3638399"/>
                  <a:pt x="4723705" y="3916971"/>
                  <a:pt x="4364853" y="3975903"/>
                </a:cubicBezTo>
                <a:lnTo>
                  <a:pt x="4364737" y="3977042"/>
                </a:lnTo>
                <a:cubicBezTo>
                  <a:pt x="4359427" y="3978045"/>
                  <a:pt x="4354098" y="3978986"/>
                  <a:pt x="4348521" y="3978570"/>
                </a:cubicBezTo>
                <a:cubicBezTo>
                  <a:pt x="4317350" y="3984080"/>
                  <a:pt x="4285468" y="3987038"/>
                  <a:pt x="4253094" y="3987561"/>
                </a:cubicBezTo>
                <a:lnTo>
                  <a:pt x="4235976" y="3989174"/>
                </a:lnTo>
                <a:lnTo>
                  <a:pt x="4235950" y="3988683"/>
                </a:lnTo>
                <a:lnTo>
                  <a:pt x="4235451" y="3988716"/>
                </a:lnTo>
                <a:cubicBezTo>
                  <a:pt x="4234885" y="3984944"/>
                  <a:pt x="4234858" y="3981158"/>
                  <a:pt x="4234858" y="3977366"/>
                </a:cubicBezTo>
                <a:cubicBezTo>
                  <a:pt x="4234858" y="3971728"/>
                  <a:pt x="4234916" y="3966104"/>
                  <a:pt x="4236228" y="3960518"/>
                </a:cubicBezTo>
                <a:cubicBezTo>
                  <a:pt x="4236186" y="3929436"/>
                  <a:pt x="4238636" y="3898794"/>
                  <a:pt x="4243692" y="3868787"/>
                </a:cubicBezTo>
                <a:lnTo>
                  <a:pt x="4244233" y="3862150"/>
                </a:lnTo>
                <a:cubicBezTo>
                  <a:pt x="4244401" y="3862145"/>
                  <a:pt x="4244571" y="3862140"/>
                  <a:pt x="4244738" y="3862087"/>
                </a:cubicBezTo>
                <a:cubicBezTo>
                  <a:pt x="4295015" y="3511992"/>
                  <a:pt x="4576054" y="3233421"/>
                  <a:pt x="4934904" y="3174489"/>
                </a:cubicBezTo>
                <a:lnTo>
                  <a:pt x="4935021" y="3173350"/>
                </a:lnTo>
                <a:cubicBezTo>
                  <a:pt x="4940330" y="3172348"/>
                  <a:pt x="4945658" y="3171407"/>
                  <a:pt x="4951234" y="3171823"/>
                </a:cubicBezTo>
                <a:cubicBezTo>
                  <a:pt x="4982417" y="3166310"/>
                  <a:pt x="5014310" y="3163352"/>
                  <a:pt x="5046695" y="3162829"/>
                </a:cubicBezTo>
                <a:close/>
                <a:moveTo>
                  <a:pt x="3385420" y="3161219"/>
                </a:moveTo>
                <a:lnTo>
                  <a:pt x="3402507" y="3162829"/>
                </a:lnTo>
                <a:cubicBezTo>
                  <a:pt x="3434893" y="3163352"/>
                  <a:pt x="3466785" y="3166310"/>
                  <a:pt x="3497969" y="3171823"/>
                </a:cubicBezTo>
                <a:cubicBezTo>
                  <a:pt x="3503545" y="3171407"/>
                  <a:pt x="3508873" y="3172348"/>
                  <a:pt x="3514181" y="3173350"/>
                </a:cubicBezTo>
                <a:lnTo>
                  <a:pt x="3514298" y="3174489"/>
                </a:lnTo>
                <a:cubicBezTo>
                  <a:pt x="3873149" y="3233421"/>
                  <a:pt x="4154188" y="3511992"/>
                  <a:pt x="4204464" y="3862087"/>
                </a:cubicBezTo>
                <a:cubicBezTo>
                  <a:pt x="4204632" y="3862140"/>
                  <a:pt x="4204801" y="3862145"/>
                  <a:pt x="4204970" y="3862150"/>
                </a:cubicBezTo>
                <a:lnTo>
                  <a:pt x="4205510" y="3868787"/>
                </a:lnTo>
                <a:cubicBezTo>
                  <a:pt x="4210567" y="3898794"/>
                  <a:pt x="4213016" y="3929436"/>
                  <a:pt x="4212974" y="3960518"/>
                </a:cubicBezTo>
                <a:cubicBezTo>
                  <a:pt x="4214286" y="3966104"/>
                  <a:pt x="4214345" y="3971728"/>
                  <a:pt x="4214345" y="3977366"/>
                </a:cubicBezTo>
                <a:cubicBezTo>
                  <a:pt x="4214345" y="3981158"/>
                  <a:pt x="4214318" y="3984944"/>
                  <a:pt x="4213752" y="3988716"/>
                </a:cubicBezTo>
                <a:lnTo>
                  <a:pt x="4213253" y="3988683"/>
                </a:lnTo>
                <a:lnTo>
                  <a:pt x="4213227" y="3989174"/>
                </a:lnTo>
                <a:lnTo>
                  <a:pt x="4196108" y="3987561"/>
                </a:lnTo>
                <a:cubicBezTo>
                  <a:pt x="4163734" y="3987038"/>
                  <a:pt x="4131854" y="3984080"/>
                  <a:pt x="4100682" y="3978570"/>
                </a:cubicBezTo>
                <a:cubicBezTo>
                  <a:pt x="4095105" y="3978986"/>
                  <a:pt x="4089776" y="3978045"/>
                  <a:pt x="4084465" y="3977042"/>
                </a:cubicBezTo>
                <a:lnTo>
                  <a:pt x="4084349" y="3975903"/>
                </a:lnTo>
                <a:cubicBezTo>
                  <a:pt x="3725498" y="3916971"/>
                  <a:pt x="3444459" y="3638399"/>
                  <a:pt x="3394183" y="3288305"/>
                </a:cubicBezTo>
                <a:cubicBezTo>
                  <a:pt x="3394016" y="3288253"/>
                  <a:pt x="3393847" y="3288248"/>
                  <a:pt x="3393678" y="3288243"/>
                </a:cubicBezTo>
                <a:lnTo>
                  <a:pt x="3393139" y="3281619"/>
                </a:lnTo>
                <a:cubicBezTo>
                  <a:pt x="3388081" y="3251607"/>
                  <a:pt x="3385630" y="3220958"/>
                  <a:pt x="3385672" y="3189869"/>
                </a:cubicBezTo>
                <a:cubicBezTo>
                  <a:pt x="3384360" y="3184286"/>
                  <a:pt x="3384302" y="3178663"/>
                  <a:pt x="3384302" y="3173027"/>
                </a:cubicBezTo>
                <a:lnTo>
                  <a:pt x="3384896" y="3161677"/>
                </a:lnTo>
                <a:lnTo>
                  <a:pt x="3385394" y="3161709"/>
                </a:lnTo>
                <a:close/>
                <a:moveTo>
                  <a:pt x="3371632" y="3161219"/>
                </a:moveTo>
                <a:lnTo>
                  <a:pt x="3371658" y="3161709"/>
                </a:lnTo>
                <a:lnTo>
                  <a:pt x="3372156" y="3161677"/>
                </a:lnTo>
                <a:lnTo>
                  <a:pt x="3372750" y="3173027"/>
                </a:lnTo>
                <a:cubicBezTo>
                  <a:pt x="3372750" y="3178663"/>
                  <a:pt x="3372691" y="3184286"/>
                  <a:pt x="3371379" y="3189869"/>
                </a:cubicBezTo>
                <a:cubicBezTo>
                  <a:pt x="3371421" y="3220958"/>
                  <a:pt x="3368971" y="3251607"/>
                  <a:pt x="3363912" y="3281619"/>
                </a:cubicBezTo>
                <a:lnTo>
                  <a:pt x="3363374" y="3288243"/>
                </a:lnTo>
                <a:cubicBezTo>
                  <a:pt x="3363204" y="3288248"/>
                  <a:pt x="3363036" y="3288253"/>
                  <a:pt x="3362868" y="3288305"/>
                </a:cubicBezTo>
                <a:cubicBezTo>
                  <a:pt x="3312593" y="3638399"/>
                  <a:pt x="3031554" y="3916971"/>
                  <a:pt x="2672703" y="3975903"/>
                </a:cubicBezTo>
                <a:lnTo>
                  <a:pt x="2672586" y="3977042"/>
                </a:lnTo>
                <a:cubicBezTo>
                  <a:pt x="2667276" y="3978045"/>
                  <a:pt x="2661947" y="3978986"/>
                  <a:pt x="2656370" y="3978570"/>
                </a:cubicBezTo>
                <a:cubicBezTo>
                  <a:pt x="2625198" y="3984080"/>
                  <a:pt x="2593318" y="3987038"/>
                  <a:pt x="2560943" y="3987561"/>
                </a:cubicBezTo>
                <a:lnTo>
                  <a:pt x="2543825" y="3989174"/>
                </a:lnTo>
                <a:lnTo>
                  <a:pt x="2543799" y="3988683"/>
                </a:lnTo>
                <a:lnTo>
                  <a:pt x="2543300" y="3988716"/>
                </a:lnTo>
                <a:cubicBezTo>
                  <a:pt x="2542734" y="3984944"/>
                  <a:pt x="2542707" y="3981158"/>
                  <a:pt x="2542707" y="3977366"/>
                </a:cubicBezTo>
                <a:cubicBezTo>
                  <a:pt x="2542707" y="3971728"/>
                  <a:pt x="2542765" y="3966104"/>
                  <a:pt x="2544077" y="3960518"/>
                </a:cubicBezTo>
                <a:cubicBezTo>
                  <a:pt x="2544035" y="3929436"/>
                  <a:pt x="2546485" y="3898794"/>
                  <a:pt x="2551541" y="3868787"/>
                </a:cubicBezTo>
                <a:lnTo>
                  <a:pt x="2552082" y="3862150"/>
                </a:lnTo>
                <a:cubicBezTo>
                  <a:pt x="2552250" y="3862145"/>
                  <a:pt x="2552420" y="3862140"/>
                  <a:pt x="2552587" y="3862087"/>
                </a:cubicBezTo>
                <a:cubicBezTo>
                  <a:pt x="2602864" y="3511992"/>
                  <a:pt x="2883903" y="3233421"/>
                  <a:pt x="3242753" y="3174489"/>
                </a:cubicBezTo>
                <a:lnTo>
                  <a:pt x="3242870" y="3173350"/>
                </a:lnTo>
                <a:cubicBezTo>
                  <a:pt x="3248179" y="3172348"/>
                  <a:pt x="3253507" y="3171407"/>
                  <a:pt x="3259083" y="3171823"/>
                </a:cubicBezTo>
                <a:cubicBezTo>
                  <a:pt x="3290266" y="3166310"/>
                  <a:pt x="3322159" y="3163352"/>
                  <a:pt x="3354544" y="3162829"/>
                </a:cubicBezTo>
                <a:close/>
                <a:moveTo>
                  <a:pt x="1693269" y="3161219"/>
                </a:moveTo>
                <a:lnTo>
                  <a:pt x="1710356" y="3162829"/>
                </a:lnTo>
                <a:cubicBezTo>
                  <a:pt x="1742742" y="3163352"/>
                  <a:pt x="1774634" y="3166310"/>
                  <a:pt x="1805818" y="3171823"/>
                </a:cubicBezTo>
                <a:cubicBezTo>
                  <a:pt x="1811394" y="3171407"/>
                  <a:pt x="1816722" y="3172348"/>
                  <a:pt x="1822030" y="3173350"/>
                </a:cubicBezTo>
                <a:lnTo>
                  <a:pt x="1822148" y="3174489"/>
                </a:lnTo>
                <a:cubicBezTo>
                  <a:pt x="2180998" y="3233421"/>
                  <a:pt x="2462037" y="3511992"/>
                  <a:pt x="2512313" y="3862087"/>
                </a:cubicBezTo>
                <a:cubicBezTo>
                  <a:pt x="2512481" y="3862140"/>
                  <a:pt x="2512650" y="3862145"/>
                  <a:pt x="2512819" y="3862150"/>
                </a:cubicBezTo>
                <a:lnTo>
                  <a:pt x="2513359" y="3868787"/>
                </a:lnTo>
                <a:cubicBezTo>
                  <a:pt x="2518416" y="3898794"/>
                  <a:pt x="2520865" y="3929436"/>
                  <a:pt x="2520823" y="3960518"/>
                </a:cubicBezTo>
                <a:cubicBezTo>
                  <a:pt x="2522135" y="3966104"/>
                  <a:pt x="2522194" y="3971728"/>
                  <a:pt x="2522194" y="3977366"/>
                </a:cubicBezTo>
                <a:cubicBezTo>
                  <a:pt x="2522194" y="3981158"/>
                  <a:pt x="2522167" y="3984944"/>
                  <a:pt x="2521601" y="3988716"/>
                </a:cubicBezTo>
                <a:lnTo>
                  <a:pt x="2521102" y="3988683"/>
                </a:lnTo>
                <a:lnTo>
                  <a:pt x="2521076" y="3989174"/>
                </a:lnTo>
                <a:lnTo>
                  <a:pt x="2503957" y="3987561"/>
                </a:lnTo>
                <a:cubicBezTo>
                  <a:pt x="2471583" y="3987038"/>
                  <a:pt x="2439703" y="3984080"/>
                  <a:pt x="2408531" y="3978570"/>
                </a:cubicBezTo>
                <a:cubicBezTo>
                  <a:pt x="2402954" y="3978986"/>
                  <a:pt x="2397625" y="3978045"/>
                  <a:pt x="2392314" y="3977042"/>
                </a:cubicBezTo>
                <a:lnTo>
                  <a:pt x="2392198" y="3975903"/>
                </a:lnTo>
                <a:cubicBezTo>
                  <a:pt x="2033347" y="3916971"/>
                  <a:pt x="1752308" y="3638399"/>
                  <a:pt x="1702032" y="3288305"/>
                </a:cubicBezTo>
                <a:cubicBezTo>
                  <a:pt x="1701865" y="3288253"/>
                  <a:pt x="1701696" y="3288248"/>
                  <a:pt x="1701527" y="3288243"/>
                </a:cubicBezTo>
                <a:lnTo>
                  <a:pt x="1700989" y="3281619"/>
                </a:lnTo>
                <a:cubicBezTo>
                  <a:pt x="1695930" y="3251607"/>
                  <a:pt x="1693479" y="3220958"/>
                  <a:pt x="1693521" y="3189869"/>
                </a:cubicBezTo>
                <a:cubicBezTo>
                  <a:pt x="1692209" y="3184286"/>
                  <a:pt x="1692151" y="3178663"/>
                  <a:pt x="1692151" y="3173027"/>
                </a:cubicBezTo>
                <a:lnTo>
                  <a:pt x="1692745" y="3161677"/>
                </a:lnTo>
                <a:lnTo>
                  <a:pt x="1693243" y="3161709"/>
                </a:lnTo>
                <a:close/>
                <a:moveTo>
                  <a:pt x="1679481" y="3161219"/>
                </a:moveTo>
                <a:lnTo>
                  <a:pt x="1679507" y="3161709"/>
                </a:lnTo>
                <a:lnTo>
                  <a:pt x="1680005" y="3161677"/>
                </a:lnTo>
                <a:lnTo>
                  <a:pt x="1680599" y="3173027"/>
                </a:lnTo>
                <a:cubicBezTo>
                  <a:pt x="1680599" y="3178663"/>
                  <a:pt x="1680540" y="3184286"/>
                  <a:pt x="1679228" y="3189869"/>
                </a:cubicBezTo>
                <a:cubicBezTo>
                  <a:pt x="1679270" y="3220958"/>
                  <a:pt x="1676820" y="3251607"/>
                  <a:pt x="1671761" y="3281619"/>
                </a:cubicBezTo>
                <a:lnTo>
                  <a:pt x="1671223" y="3288243"/>
                </a:lnTo>
                <a:cubicBezTo>
                  <a:pt x="1671053" y="3288248"/>
                  <a:pt x="1670885" y="3288253"/>
                  <a:pt x="1670717" y="3288305"/>
                </a:cubicBezTo>
                <a:cubicBezTo>
                  <a:pt x="1620442" y="3638399"/>
                  <a:pt x="1339403" y="3916971"/>
                  <a:pt x="980552" y="3975903"/>
                </a:cubicBezTo>
                <a:lnTo>
                  <a:pt x="980435" y="3977042"/>
                </a:lnTo>
                <a:cubicBezTo>
                  <a:pt x="975125" y="3978045"/>
                  <a:pt x="969796" y="3978986"/>
                  <a:pt x="964219" y="3978570"/>
                </a:cubicBezTo>
                <a:cubicBezTo>
                  <a:pt x="933047" y="3984080"/>
                  <a:pt x="901167" y="3987038"/>
                  <a:pt x="868792" y="3987561"/>
                </a:cubicBezTo>
                <a:lnTo>
                  <a:pt x="851674" y="3989174"/>
                </a:lnTo>
                <a:lnTo>
                  <a:pt x="851648" y="3988683"/>
                </a:lnTo>
                <a:lnTo>
                  <a:pt x="851149" y="3988716"/>
                </a:lnTo>
                <a:cubicBezTo>
                  <a:pt x="850583" y="3984944"/>
                  <a:pt x="850556" y="3981158"/>
                  <a:pt x="850556" y="3977366"/>
                </a:cubicBezTo>
                <a:cubicBezTo>
                  <a:pt x="850556" y="3971728"/>
                  <a:pt x="850614" y="3966104"/>
                  <a:pt x="851926" y="3960518"/>
                </a:cubicBezTo>
                <a:cubicBezTo>
                  <a:pt x="851884" y="3929436"/>
                  <a:pt x="854334" y="3898794"/>
                  <a:pt x="859390" y="3868787"/>
                </a:cubicBezTo>
                <a:lnTo>
                  <a:pt x="859931" y="3862150"/>
                </a:lnTo>
                <a:cubicBezTo>
                  <a:pt x="860099" y="3862145"/>
                  <a:pt x="860269" y="3862140"/>
                  <a:pt x="860436" y="3862087"/>
                </a:cubicBezTo>
                <a:cubicBezTo>
                  <a:pt x="910713" y="3511992"/>
                  <a:pt x="1191752" y="3233421"/>
                  <a:pt x="1550602" y="3174489"/>
                </a:cubicBezTo>
                <a:lnTo>
                  <a:pt x="1550719" y="3173350"/>
                </a:lnTo>
                <a:cubicBezTo>
                  <a:pt x="1556028" y="3172348"/>
                  <a:pt x="1561356" y="3171407"/>
                  <a:pt x="1566932" y="3171823"/>
                </a:cubicBezTo>
                <a:cubicBezTo>
                  <a:pt x="1598115" y="3166310"/>
                  <a:pt x="1630008" y="3163352"/>
                  <a:pt x="1662393" y="3162829"/>
                </a:cubicBezTo>
                <a:close/>
                <a:moveTo>
                  <a:pt x="1118" y="3161219"/>
                </a:moveTo>
                <a:lnTo>
                  <a:pt x="18205" y="3162829"/>
                </a:lnTo>
                <a:cubicBezTo>
                  <a:pt x="50591" y="3163352"/>
                  <a:pt x="82483" y="3166310"/>
                  <a:pt x="113667" y="3171823"/>
                </a:cubicBezTo>
                <a:cubicBezTo>
                  <a:pt x="119243" y="3171407"/>
                  <a:pt x="124571" y="3172348"/>
                  <a:pt x="129879" y="3173350"/>
                </a:cubicBezTo>
                <a:lnTo>
                  <a:pt x="129997" y="3174489"/>
                </a:lnTo>
                <a:cubicBezTo>
                  <a:pt x="488847" y="3233421"/>
                  <a:pt x="769886" y="3511992"/>
                  <a:pt x="820162" y="3862087"/>
                </a:cubicBezTo>
                <a:cubicBezTo>
                  <a:pt x="820330" y="3862140"/>
                  <a:pt x="820499" y="3862145"/>
                  <a:pt x="820668" y="3862150"/>
                </a:cubicBezTo>
                <a:lnTo>
                  <a:pt x="821208" y="3868787"/>
                </a:lnTo>
                <a:cubicBezTo>
                  <a:pt x="826265" y="3898794"/>
                  <a:pt x="828714" y="3929436"/>
                  <a:pt x="828672" y="3960518"/>
                </a:cubicBezTo>
                <a:cubicBezTo>
                  <a:pt x="829984" y="3966104"/>
                  <a:pt x="830043" y="3971728"/>
                  <a:pt x="830043" y="3977366"/>
                </a:cubicBezTo>
                <a:cubicBezTo>
                  <a:pt x="830043" y="3981158"/>
                  <a:pt x="830016" y="3984944"/>
                  <a:pt x="829450" y="3988716"/>
                </a:cubicBezTo>
                <a:lnTo>
                  <a:pt x="828951" y="3988683"/>
                </a:lnTo>
                <a:lnTo>
                  <a:pt x="828925" y="3989174"/>
                </a:lnTo>
                <a:lnTo>
                  <a:pt x="811806" y="3987561"/>
                </a:lnTo>
                <a:cubicBezTo>
                  <a:pt x="779432" y="3987038"/>
                  <a:pt x="747552" y="3984080"/>
                  <a:pt x="716380" y="3978570"/>
                </a:cubicBezTo>
                <a:cubicBezTo>
                  <a:pt x="710803" y="3978986"/>
                  <a:pt x="705474" y="3978045"/>
                  <a:pt x="700163" y="3977042"/>
                </a:cubicBezTo>
                <a:lnTo>
                  <a:pt x="700047" y="3975903"/>
                </a:lnTo>
                <a:cubicBezTo>
                  <a:pt x="341196" y="3916971"/>
                  <a:pt x="60157" y="3638399"/>
                  <a:pt x="9881" y="3288305"/>
                </a:cubicBezTo>
                <a:cubicBezTo>
                  <a:pt x="9714" y="3288253"/>
                  <a:pt x="9545" y="3288248"/>
                  <a:pt x="9376" y="3288243"/>
                </a:cubicBezTo>
                <a:lnTo>
                  <a:pt x="8837" y="3281619"/>
                </a:lnTo>
                <a:cubicBezTo>
                  <a:pt x="3779" y="3251607"/>
                  <a:pt x="1328" y="3220958"/>
                  <a:pt x="1370" y="3189869"/>
                </a:cubicBezTo>
                <a:cubicBezTo>
                  <a:pt x="58" y="3184286"/>
                  <a:pt x="0" y="3178663"/>
                  <a:pt x="0" y="3173027"/>
                </a:cubicBezTo>
                <a:lnTo>
                  <a:pt x="594" y="3161677"/>
                </a:lnTo>
                <a:lnTo>
                  <a:pt x="1092" y="3161709"/>
                </a:lnTo>
                <a:close/>
                <a:moveTo>
                  <a:pt x="7762529" y="2447425"/>
                </a:moveTo>
                <a:cubicBezTo>
                  <a:pt x="7815805" y="2718331"/>
                  <a:pt x="8030648" y="2933128"/>
                  <a:pt x="8305838" y="2992271"/>
                </a:cubicBezTo>
                <a:cubicBezTo>
                  <a:pt x="8252563" y="2721365"/>
                  <a:pt x="8037719" y="2506568"/>
                  <a:pt x="7762529" y="2447425"/>
                </a:cubicBezTo>
                <a:close/>
                <a:moveTo>
                  <a:pt x="7455280" y="2447425"/>
                </a:moveTo>
                <a:cubicBezTo>
                  <a:pt x="7180090" y="2506568"/>
                  <a:pt x="6965246" y="2721365"/>
                  <a:pt x="6911971" y="2992271"/>
                </a:cubicBezTo>
                <a:cubicBezTo>
                  <a:pt x="7187161" y="2933128"/>
                  <a:pt x="7402004" y="2718331"/>
                  <a:pt x="7455280" y="2447425"/>
                </a:cubicBezTo>
                <a:close/>
                <a:moveTo>
                  <a:pt x="6070378" y="2447425"/>
                </a:moveTo>
                <a:cubicBezTo>
                  <a:pt x="6123654" y="2718331"/>
                  <a:pt x="6338497" y="2933128"/>
                  <a:pt x="6613687" y="2992271"/>
                </a:cubicBezTo>
                <a:cubicBezTo>
                  <a:pt x="6560412" y="2721365"/>
                  <a:pt x="6345568" y="2506568"/>
                  <a:pt x="6070378" y="2447425"/>
                </a:cubicBezTo>
                <a:close/>
                <a:moveTo>
                  <a:pt x="5763129" y="2447425"/>
                </a:moveTo>
                <a:cubicBezTo>
                  <a:pt x="5487939" y="2506568"/>
                  <a:pt x="5273095" y="2721365"/>
                  <a:pt x="5219820" y="2992271"/>
                </a:cubicBezTo>
                <a:cubicBezTo>
                  <a:pt x="5495010" y="2933128"/>
                  <a:pt x="5709853" y="2718331"/>
                  <a:pt x="5763129" y="2447425"/>
                </a:cubicBezTo>
                <a:close/>
                <a:moveTo>
                  <a:pt x="4378227" y="2447425"/>
                </a:moveTo>
                <a:cubicBezTo>
                  <a:pt x="4431503" y="2718331"/>
                  <a:pt x="4646346" y="2933128"/>
                  <a:pt x="4921536" y="2992271"/>
                </a:cubicBezTo>
                <a:cubicBezTo>
                  <a:pt x="4868261" y="2721365"/>
                  <a:pt x="4653417" y="2506568"/>
                  <a:pt x="4378227" y="2447425"/>
                </a:cubicBezTo>
                <a:close/>
                <a:moveTo>
                  <a:pt x="4070978" y="2447425"/>
                </a:moveTo>
                <a:cubicBezTo>
                  <a:pt x="3795788" y="2506568"/>
                  <a:pt x="3580944" y="2721365"/>
                  <a:pt x="3527669" y="2992271"/>
                </a:cubicBezTo>
                <a:cubicBezTo>
                  <a:pt x="3802859" y="2933128"/>
                  <a:pt x="4017702" y="2718331"/>
                  <a:pt x="4070978" y="2447425"/>
                </a:cubicBezTo>
                <a:close/>
                <a:moveTo>
                  <a:pt x="2686076" y="2447425"/>
                </a:moveTo>
                <a:cubicBezTo>
                  <a:pt x="2739352" y="2718331"/>
                  <a:pt x="2954195" y="2933128"/>
                  <a:pt x="3229385" y="2992271"/>
                </a:cubicBezTo>
                <a:cubicBezTo>
                  <a:pt x="3176110" y="2721365"/>
                  <a:pt x="2961266" y="2506568"/>
                  <a:pt x="2686076" y="2447425"/>
                </a:cubicBezTo>
                <a:close/>
                <a:moveTo>
                  <a:pt x="2378827" y="2447425"/>
                </a:moveTo>
                <a:cubicBezTo>
                  <a:pt x="2103637" y="2506568"/>
                  <a:pt x="1888793" y="2721365"/>
                  <a:pt x="1835518" y="2992271"/>
                </a:cubicBezTo>
                <a:cubicBezTo>
                  <a:pt x="2110708" y="2933128"/>
                  <a:pt x="2325551" y="2718331"/>
                  <a:pt x="2378827" y="2447425"/>
                </a:cubicBezTo>
                <a:close/>
                <a:moveTo>
                  <a:pt x="993925" y="2447425"/>
                </a:moveTo>
                <a:cubicBezTo>
                  <a:pt x="1047201" y="2718331"/>
                  <a:pt x="1262044" y="2933128"/>
                  <a:pt x="1537234" y="2992271"/>
                </a:cubicBezTo>
                <a:cubicBezTo>
                  <a:pt x="1483959" y="2721365"/>
                  <a:pt x="1269115" y="2506568"/>
                  <a:pt x="993925" y="2447425"/>
                </a:cubicBezTo>
                <a:close/>
                <a:moveTo>
                  <a:pt x="686676" y="2447425"/>
                </a:moveTo>
                <a:cubicBezTo>
                  <a:pt x="411486" y="2506568"/>
                  <a:pt x="196642" y="2721365"/>
                  <a:pt x="143367" y="2992271"/>
                </a:cubicBezTo>
                <a:cubicBezTo>
                  <a:pt x="418557" y="2933128"/>
                  <a:pt x="633400" y="2718331"/>
                  <a:pt x="686676" y="2447425"/>
                </a:cubicBezTo>
                <a:close/>
                <a:moveTo>
                  <a:pt x="9139239" y="2321311"/>
                </a:moveTo>
                <a:lnTo>
                  <a:pt x="9139239" y="2449820"/>
                </a:lnTo>
                <a:lnTo>
                  <a:pt x="9047261" y="2476706"/>
                </a:lnTo>
                <a:cubicBezTo>
                  <a:pt x="8821055" y="2561144"/>
                  <a:pt x="8650738" y="2755228"/>
                  <a:pt x="8604122" y="2992271"/>
                </a:cubicBezTo>
                <a:cubicBezTo>
                  <a:pt x="8844913" y="2940521"/>
                  <a:pt x="9039501" y="2769598"/>
                  <a:pt x="9120077" y="2546190"/>
                </a:cubicBezTo>
                <a:lnTo>
                  <a:pt x="9139239" y="2477003"/>
                </a:lnTo>
                <a:lnTo>
                  <a:pt x="9139239" y="2782562"/>
                </a:lnTo>
                <a:lnTo>
                  <a:pt x="9135069" y="2789374"/>
                </a:lnTo>
                <a:cubicBezTo>
                  <a:pt x="9008919" y="2963003"/>
                  <a:pt x="8815033" y="3086603"/>
                  <a:pt x="8590751" y="3123727"/>
                </a:cubicBezTo>
                <a:lnTo>
                  <a:pt x="8590635" y="3124875"/>
                </a:lnTo>
                <a:cubicBezTo>
                  <a:pt x="8585324" y="3125886"/>
                  <a:pt x="8579995" y="3126834"/>
                  <a:pt x="8574418" y="3126415"/>
                </a:cubicBezTo>
                <a:cubicBezTo>
                  <a:pt x="8543246" y="3131969"/>
                  <a:pt x="8511366" y="3134950"/>
                  <a:pt x="8478991" y="3135477"/>
                </a:cubicBezTo>
                <a:lnTo>
                  <a:pt x="8461873" y="3137103"/>
                </a:lnTo>
                <a:lnTo>
                  <a:pt x="8461847" y="3136608"/>
                </a:lnTo>
                <a:lnTo>
                  <a:pt x="8461348" y="3136641"/>
                </a:lnTo>
                <a:cubicBezTo>
                  <a:pt x="8460782" y="3132839"/>
                  <a:pt x="8460755" y="3129023"/>
                  <a:pt x="8460755" y="3125201"/>
                </a:cubicBezTo>
                <a:cubicBezTo>
                  <a:pt x="8460755" y="3119519"/>
                  <a:pt x="8460814" y="3113850"/>
                  <a:pt x="8462126" y="3108220"/>
                </a:cubicBezTo>
                <a:cubicBezTo>
                  <a:pt x="8462083" y="3076892"/>
                  <a:pt x="8464533" y="3046007"/>
                  <a:pt x="8469590" y="3015763"/>
                </a:cubicBezTo>
                <a:lnTo>
                  <a:pt x="8470130" y="3009073"/>
                </a:lnTo>
                <a:cubicBezTo>
                  <a:pt x="8470299" y="3009068"/>
                  <a:pt x="8470468" y="3009063"/>
                  <a:pt x="8470636" y="3009010"/>
                </a:cubicBezTo>
                <a:cubicBezTo>
                  <a:pt x="8514628" y="2700252"/>
                  <a:pt x="8735297" y="2446688"/>
                  <a:pt x="9030178" y="2348329"/>
                </a:cubicBezTo>
                <a:close/>
                <a:moveTo>
                  <a:pt x="7620280" y="2302594"/>
                </a:moveTo>
                <a:lnTo>
                  <a:pt x="7637367" y="2304217"/>
                </a:lnTo>
                <a:cubicBezTo>
                  <a:pt x="7669753" y="2304744"/>
                  <a:pt x="7701646" y="2307725"/>
                  <a:pt x="7732829" y="2313282"/>
                </a:cubicBezTo>
                <a:cubicBezTo>
                  <a:pt x="7738405" y="2312863"/>
                  <a:pt x="7743733" y="2313811"/>
                  <a:pt x="7749042" y="2314821"/>
                </a:cubicBezTo>
                <a:lnTo>
                  <a:pt x="7749159" y="2315969"/>
                </a:lnTo>
                <a:cubicBezTo>
                  <a:pt x="8108009" y="2375367"/>
                  <a:pt x="8389048" y="2656144"/>
                  <a:pt x="8439324" y="3009010"/>
                </a:cubicBezTo>
                <a:cubicBezTo>
                  <a:pt x="8439492" y="3009063"/>
                  <a:pt x="8439661" y="3009068"/>
                  <a:pt x="8439830" y="3009073"/>
                </a:cubicBezTo>
                <a:lnTo>
                  <a:pt x="8440370" y="3015763"/>
                </a:lnTo>
                <a:cubicBezTo>
                  <a:pt x="8445427" y="3046007"/>
                  <a:pt x="8447877" y="3076892"/>
                  <a:pt x="8447834" y="3108220"/>
                </a:cubicBezTo>
                <a:cubicBezTo>
                  <a:pt x="8449146" y="3113850"/>
                  <a:pt x="8449205" y="3119519"/>
                  <a:pt x="8449205" y="3125201"/>
                </a:cubicBezTo>
                <a:cubicBezTo>
                  <a:pt x="8449205" y="3129023"/>
                  <a:pt x="8449178" y="3132839"/>
                  <a:pt x="8448612" y="3136641"/>
                </a:cubicBezTo>
                <a:lnTo>
                  <a:pt x="8448113" y="3136608"/>
                </a:lnTo>
                <a:lnTo>
                  <a:pt x="8448087" y="3137103"/>
                </a:lnTo>
                <a:lnTo>
                  <a:pt x="8430969" y="3135477"/>
                </a:lnTo>
                <a:cubicBezTo>
                  <a:pt x="8398594" y="3134950"/>
                  <a:pt x="8366714" y="3131969"/>
                  <a:pt x="8335542" y="3126415"/>
                </a:cubicBezTo>
                <a:cubicBezTo>
                  <a:pt x="8329965" y="3126834"/>
                  <a:pt x="8324636" y="3125886"/>
                  <a:pt x="8319325" y="3124875"/>
                </a:cubicBezTo>
                <a:lnTo>
                  <a:pt x="8319209" y="3123727"/>
                </a:lnTo>
                <a:cubicBezTo>
                  <a:pt x="7960358" y="3064328"/>
                  <a:pt x="7679319" y="2783551"/>
                  <a:pt x="7629044" y="2430686"/>
                </a:cubicBezTo>
                <a:cubicBezTo>
                  <a:pt x="7628876" y="2430633"/>
                  <a:pt x="7628708" y="2430628"/>
                  <a:pt x="7628538" y="2430623"/>
                </a:cubicBezTo>
                <a:lnTo>
                  <a:pt x="7628000" y="2423947"/>
                </a:lnTo>
                <a:cubicBezTo>
                  <a:pt x="7622941" y="2393697"/>
                  <a:pt x="7620490" y="2362806"/>
                  <a:pt x="7620533" y="2331471"/>
                </a:cubicBezTo>
                <a:cubicBezTo>
                  <a:pt x="7619221" y="2325843"/>
                  <a:pt x="7619162" y="2320176"/>
                  <a:pt x="7619162" y="2314495"/>
                </a:cubicBezTo>
                <a:lnTo>
                  <a:pt x="7619756" y="2303055"/>
                </a:lnTo>
                <a:lnTo>
                  <a:pt x="7620254" y="2303088"/>
                </a:lnTo>
                <a:close/>
                <a:moveTo>
                  <a:pt x="7597529" y="2302594"/>
                </a:moveTo>
                <a:lnTo>
                  <a:pt x="7597555" y="2303088"/>
                </a:lnTo>
                <a:lnTo>
                  <a:pt x="7598053" y="2303055"/>
                </a:lnTo>
                <a:lnTo>
                  <a:pt x="7598647" y="2314495"/>
                </a:lnTo>
                <a:cubicBezTo>
                  <a:pt x="7598647" y="2320176"/>
                  <a:pt x="7598588" y="2325843"/>
                  <a:pt x="7597276" y="2331471"/>
                </a:cubicBezTo>
                <a:cubicBezTo>
                  <a:pt x="7597319" y="2362806"/>
                  <a:pt x="7594868" y="2393697"/>
                  <a:pt x="7589809" y="2423947"/>
                </a:cubicBezTo>
                <a:lnTo>
                  <a:pt x="7589271" y="2430623"/>
                </a:lnTo>
                <a:cubicBezTo>
                  <a:pt x="7589101" y="2430628"/>
                  <a:pt x="7588933" y="2430633"/>
                  <a:pt x="7588765" y="2430686"/>
                </a:cubicBezTo>
                <a:cubicBezTo>
                  <a:pt x="7538490" y="2783551"/>
                  <a:pt x="7257451" y="3064328"/>
                  <a:pt x="6898600" y="3123727"/>
                </a:cubicBezTo>
                <a:lnTo>
                  <a:pt x="6898484" y="3124875"/>
                </a:lnTo>
                <a:cubicBezTo>
                  <a:pt x="6893173" y="3125886"/>
                  <a:pt x="6887844" y="3126834"/>
                  <a:pt x="6882267" y="3126415"/>
                </a:cubicBezTo>
                <a:cubicBezTo>
                  <a:pt x="6851095" y="3131969"/>
                  <a:pt x="6819215" y="3134950"/>
                  <a:pt x="6786841" y="3135477"/>
                </a:cubicBezTo>
                <a:lnTo>
                  <a:pt x="6769722" y="3137103"/>
                </a:lnTo>
                <a:lnTo>
                  <a:pt x="6769696" y="3136608"/>
                </a:lnTo>
                <a:lnTo>
                  <a:pt x="6769197" y="3136641"/>
                </a:lnTo>
                <a:cubicBezTo>
                  <a:pt x="6768631" y="3132839"/>
                  <a:pt x="6768604" y="3129023"/>
                  <a:pt x="6768604" y="3125201"/>
                </a:cubicBezTo>
                <a:cubicBezTo>
                  <a:pt x="6768604" y="3119519"/>
                  <a:pt x="6768663" y="3113850"/>
                  <a:pt x="6769975" y="3108220"/>
                </a:cubicBezTo>
                <a:cubicBezTo>
                  <a:pt x="6769933" y="3076892"/>
                  <a:pt x="6772382" y="3046007"/>
                  <a:pt x="6777439" y="3015763"/>
                </a:cubicBezTo>
                <a:lnTo>
                  <a:pt x="6777979" y="3009073"/>
                </a:lnTo>
                <a:cubicBezTo>
                  <a:pt x="6778148" y="3009068"/>
                  <a:pt x="6778317" y="3009063"/>
                  <a:pt x="6778485" y="3009010"/>
                </a:cubicBezTo>
                <a:cubicBezTo>
                  <a:pt x="6828761" y="2656144"/>
                  <a:pt x="7109800" y="2375367"/>
                  <a:pt x="7468650" y="2315969"/>
                </a:cubicBezTo>
                <a:lnTo>
                  <a:pt x="7468767" y="2314821"/>
                </a:lnTo>
                <a:cubicBezTo>
                  <a:pt x="7474076" y="2313811"/>
                  <a:pt x="7479404" y="2312863"/>
                  <a:pt x="7484980" y="2313282"/>
                </a:cubicBezTo>
                <a:cubicBezTo>
                  <a:pt x="7516163" y="2307725"/>
                  <a:pt x="7548056" y="2304744"/>
                  <a:pt x="7580442" y="2304217"/>
                </a:cubicBezTo>
                <a:close/>
                <a:moveTo>
                  <a:pt x="5928129" y="2302594"/>
                </a:moveTo>
                <a:lnTo>
                  <a:pt x="5945217" y="2304217"/>
                </a:lnTo>
                <a:cubicBezTo>
                  <a:pt x="5977602" y="2304744"/>
                  <a:pt x="6009495" y="2307725"/>
                  <a:pt x="6040678" y="2313282"/>
                </a:cubicBezTo>
                <a:cubicBezTo>
                  <a:pt x="6046254" y="2312863"/>
                  <a:pt x="6051582" y="2313811"/>
                  <a:pt x="6056891" y="2314821"/>
                </a:cubicBezTo>
                <a:lnTo>
                  <a:pt x="6057008" y="2315969"/>
                </a:lnTo>
                <a:cubicBezTo>
                  <a:pt x="6415858" y="2375367"/>
                  <a:pt x="6696897" y="2656144"/>
                  <a:pt x="6747174" y="3009010"/>
                </a:cubicBezTo>
                <a:cubicBezTo>
                  <a:pt x="6747341" y="3009063"/>
                  <a:pt x="6747511" y="3009068"/>
                  <a:pt x="6747679" y="3009073"/>
                </a:cubicBezTo>
                <a:lnTo>
                  <a:pt x="6748220" y="3015763"/>
                </a:lnTo>
                <a:cubicBezTo>
                  <a:pt x="6753276" y="3046007"/>
                  <a:pt x="6755726" y="3076892"/>
                  <a:pt x="6755684" y="3108220"/>
                </a:cubicBezTo>
                <a:cubicBezTo>
                  <a:pt x="6756996" y="3113850"/>
                  <a:pt x="6757054" y="3119519"/>
                  <a:pt x="6757054" y="3125201"/>
                </a:cubicBezTo>
                <a:cubicBezTo>
                  <a:pt x="6757054" y="3129023"/>
                  <a:pt x="6757027" y="3132839"/>
                  <a:pt x="6756461" y="3136641"/>
                </a:cubicBezTo>
                <a:lnTo>
                  <a:pt x="6755962" y="3136608"/>
                </a:lnTo>
                <a:lnTo>
                  <a:pt x="6755936" y="3137103"/>
                </a:lnTo>
                <a:lnTo>
                  <a:pt x="6738818" y="3135477"/>
                </a:lnTo>
                <a:cubicBezTo>
                  <a:pt x="6706444" y="3134950"/>
                  <a:pt x="6674563" y="3131969"/>
                  <a:pt x="6643391" y="3126415"/>
                </a:cubicBezTo>
                <a:cubicBezTo>
                  <a:pt x="6637814" y="3126834"/>
                  <a:pt x="6632485" y="3125886"/>
                  <a:pt x="6627175" y="3124875"/>
                </a:cubicBezTo>
                <a:lnTo>
                  <a:pt x="6627059" y="3123727"/>
                </a:lnTo>
                <a:cubicBezTo>
                  <a:pt x="6268207" y="3064328"/>
                  <a:pt x="5987168" y="2783551"/>
                  <a:pt x="5936893" y="2430686"/>
                </a:cubicBezTo>
                <a:cubicBezTo>
                  <a:pt x="5936725" y="2430633"/>
                  <a:pt x="5936557" y="2430628"/>
                  <a:pt x="5936387" y="2430623"/>
                </a:cubicBezTo>
                <a:lnTo>
                  <a:pt x="5935849" y="2423947"/>
                </a:lnTo>
                <a:cubicBezTo>
                  <a:pt x="5930790" y="2393697"/>
                  <a:pt x="5928340" y="2362806"/>
                  <a:pt x="5928382" y="2331471"/>
                </a:cubicBezTo>
                <a:cubicBezTo>
                  <a:pt x="5927070" y="2325843"/>
                  <a:pt x="5927011" y="2320176"/>
                  <a:pt x="5927011" y="2314495"/>
                </a:cubicBezTo>
                <a:lnTo>
                  <a:pt x="5927605" y="2303055"/>
                </a:lnTo>
                <a:lnTo>
                  <a:pt x="5928103" y="2303088"/>
                </a:lnTo>
                <a:close/>
                <a:moveTo>
                  <a:pt x="5905378" y="2302594"/>
                </a:moveTo>
                <a:lnTo>
                  <a:pt x="5905404" y="2303088"/>
                </a:lnTo>
                <a:lnTo>
                  <a:pt x="5905902" y="2303055"/>
                </a:lnTo>
                <a:lnTo>
                  <a:pt x="5906496" y="2314495"/>
                </a:lnTo>
                <a:cubicBezTo>
                  <a:pt x="5906496" y="2320176"/>
                  <a:pt x="5906438" y="2325843"/>
                  <a:pt x="5905126" y="2331471"/>
                </a:cubicBezTo>
                <a:cubicBezTo>
                  <a:pt x="5905168" y="2362806"/>
                  <a:pt x="5902717" y="2393697"/>
                  <a:pt x="5897659" y="2423947"/>
                </a:cubicBezTo>
                <a:lnTo>
                  <a:pt x="5897120" y="2430623"/>
                </a:lnTo>
                <a:cubicBezTo>
                  <a:pt x="5896951" y="2430628"/>
                  <a:pt x="5896782" y="2430633"/>
                  <a:pt x="5896615" y="2430686"/>
                </a:cubicBezTo>
                <a:cubicBezTo>
                  <a:pt x="5846339" y="2783551"/>
                  <a:pt x="5565300" y="3064328"/>
                  <a:pt x="5206449" y="3123727"/>
                </a:cubicBezTo>
                <a:lnTo>
                  <a:pt x="5206334" y="3124875"/>
                </a:lnTo>
                <a:cubicBezTo>
                  <a:pt x="5201022" y="3125886"/>
                  <a:pt x="5195693" y="3126834"/>
                  <a:pt x="5190116" y="3126415"/>
                </a:cubicBezTo>
                <a:cubicBezTo>
                  <a:pt x="5158944" y="3131969"/>
                  <a:pt x="5127065" y="3134950"/>
                  <a:pt x="5094690" y="3135477"/>
                </a:cubicBezTo>
                <a:lnTo>
                  <a:pt x="5077571" y="3137103"/>
                </a:lnTo>
                <a:lnTo>
                  <a:pt x="5077545" y="3136608"/>
                </a:lnTo>
                <a:lnTo>
                  <a:pt x="5077046" y="3136641"/>
                </a:lnTo>
                <a:cubicBezTo>
                  <a:pt x="5076480" y="3132839"/>
                  <a:pt x="5076453" y="3129023"/>
                  <a:pt x="5076453" y="3125201"/>
                </a:cubicBezTo>
                <a:cubicBezTo>
                  <a:pt x="5076453" y="3119519"/>
                  <a:pt x="5076512" y="3113850"/>
                  <a:pt x="5077824" y="3108220"/>
                </a:cubicBezTo>
                <a:cubicBezTo>
                  <a:pt x="5077782" y="3076892"/>
                  <a:pt x="5080231" y="3046007"/>
                  <a:pt x="5085288" y="3015763"/>
                </a:cubicBezTo>
                <a:lnTo>
                  <a:pt x="5085828" y="3009073"/>
                </a:lnTo>
                <a:cubicBezTo>
                  <a:pt x="5085997" y="3009068"/>
                  <a:pt x="5086166" y="3009063"/>
                  <a:pt x="5086334" y="3009010"/>
                </a:cubicBezTo>
                <a:cubicBezTo>
                  <a:pt x="5136610" y="2656144"/>
                  <a:pt x="5417649" y="2375367"/>
                  <a:pt x="5776501" y="2315969"/>
                </a:cubicBezTo>
                <a:lnTo>
                  <a:pt x="5776617" y="2314821"/>
                </a:lnTo>
                <a:cubicBezTo>
                  <a:pt x="5781926" y="2313811"/>
                  <a:pt x="5787253" y="2312863"/>
                  <a:pt x="5792829" y="2313282"/>
                </a:cubicBezTo>
                <a:cubicBezTo>
                  <a:pt x="5824013" y="2307725"/>
                  <a:pt x="5855905" y="2304744"/>
                  <a:pt x="5888291" y="2304217"/>
                </a:cubicBezTo>
                <a:close/>
                <a:moveTo>
                  <a:pt x="4235979" y="2302594"/>
                </a:moveTo>
                <a:lnTo>
                  <a:pt x="4253065" y="2304217"/>
                </a:lnTo>
                <a:cubicBezTo>
                  <a:pt x="4285451" y="2304744"/>
                  <a:pt x="4317343" y="2307725"/>
                  <a:pt x="4348528" y="2313282"/>
                </a:cubicBezTo>
                <a:cubicBezTo>
                  <a:pt x="4354104" y="2312863"/>
                  <a:pt x="4359431" y="2313811"/>
                  <a:pt x="4364739" y="2314821"/>
                </a:cubicBezTo>
                <a:lnTo>
                  <a:pt x="4364856" y="2315969"/>
                </a:lnTo>
                <a:cubicBezTo>
                  <a:pt x="4723707" y="2375367"/>
                  <a:pt x="5004746" y="2656144"/>
                  <a:pt x="5055022" y="3009010"/>
                </a:cubicBezTo>
                <a:cubicBezTo>
                  <a:pt x="5055190" y="3009063"/>
                  <a:pt x="5055359" y="3009068"/>
                  <a:pt x="5055528" y="3009073"/>
                </a:cubicBezTo>
                <a:lnTo>
                  <a:pt x="5056068" y="3015763"/>
                </a:lnTo>
                <a:cubicBezTo>
                  <a:pt x="5061125" y="3046007"/>
                  <a:pt x="5063574" y="3076892"/>
                  <a:pt x="5063532" y="3108220"/>
                </a:cubicBezTo>
                <a:cubicBezTo>
                  <a:pt x="5064844" y="3113850"/>
                  <a:pt x="5064903" y="3119519"/>
                  <a:pt x="5064903" y="3125201"/>
                </a:cubicBezTo>
                <a:cubicBezTo>
                  <a:pt x="5064903" y="3129023"/>
                  <a:pt x="5064876" y="3132839"/>
                  <a:pt x="5064310" y="3136641"/>
                </a:cubicBezTo>
                <a:lnTo>
                  <a:pt x="5063811" y="3136608"/>
                </a:lnTo>
                <a:lnTo>
                  <a:pt x="5063785" y="3137103"/>
                </a:lnTo>
                <a:lnTo>
                  <a:pt x="5046666" y="3135477"/>
                </a:lnTo>
                <a:cubicBezTo>
                  <a:pt x="5014292" y="3134950"/>
                  <a:pt x="4982412" y="3131969"/>
                  <a:pt x="4951241" y="3126415"/>
                </a:cubicBezTo>
                <a:cubicBezTo>
                  <a:pt x="4945663" y="3126834"/>
                  <a:pt x="4940334" y="3125886"/>
                  <a:pt x="4935023" y="3124875"/>
                </a:cubicBezTo>
                <a:lnTo>
                  <a:pt x="4934907" y="3123727"/>
                </a:lnTo>
                <a:cubicBezTo>
                  <a:pt x="4576056" y="3064328"/>
                  <a:pt x="4295017" y="2783551"/>
                  <a:pt x="4244741" y="2430686"/>
                </a:cubicBezTo>
                <a:cubicBezTo>
                  <a:pt x="4244574" y="2430633"/>
                  <a:pt x="4244405" y="2430628"/>
                  <a:pt x="4244236" y="2430623"/>
                </a:cubicBezTo>
                <a:lnTo>
                  <a:pt x="4243697" y="2423947"/>
                </a:lnTo>
                <a:cubicBezTo>
                  <a:pt x="4238639" y="2393697"/>
                  <a:pt x="4236188" y="2362806"/>
                  <a:pt x="4236230" y="2331471"/>
                </a:cubicBezTo>
                <a:cubicBezTo>
                  <a:pt x="4234918" y="2325843"/>
                  <a:pt x="4234860" y="2320176"/>
                  <a:pt x="4234860" y="2314495"/>
                </a:cubicBezTo>
                <a:lnTo>
                  <a:pt x="4235454" y="2303055"/>
                </a:lnTo>
                <a:lnTo>
                  <a:pt x="4235952" y="2303088"/>
                </a:lnTo>
                <a:close/>
                <a:moveTo>
                  <a:pt x="4213227" y="2302594"/>
                </a:moveTo>
                <a:lnTo>
                  <a:pt x="4213253" y="2303088"/>
                </a:lnTo>
                <a:lnTo>
                  <a:pt x="4213751" y="2303055"/>
                </a:lnTo>
                <a:lnTo>
                  <a:pt x="4214345" y="2314495"/>
                </a:lnTo>
                <a:cubicBezTo>
                  <a:pt x="4214345" y="2320176"/>
                  <a:pt x="4214286" y="2325843"/>
                  <a:pt x="4212974" y="2331471"/>
                </a:cubicBezTo>
                <a:cubicBezTo>
                  <a:pt x="4213016" y="2362806"/>
                  <a:pt x="4210566" y="2393697"/>
                  <a:pt x="4205507" y="2423947"/>
                </a:cubicBezTo>
                <a:lnTo>
                  <a:pt x="4204969" y="2430623"/>
                </a:lnTo>
                <a:cubicBezTo>
                  <a:pt x="4204799" y="2430628"/>
                  <a:pt x="4204631" y="2430633"/>
                  <a:pt x="4204463" y="2430686"/>
                </a:cubicBezTo>
                <a:cubicBezTo>
                  <a:pt x="4154188" y="2783551"/>
                  <a:pt x="3873149" y="3064328"/>
                  <a:pt x="3514297" y="3123727"/>
                </a:cubicBezTo>
                <a:lnTo>
                  <a:pt x="3514181" y="3124875"/>
                </a:lnTo>
                <a:cubicBezTo>
                  <a:pt x="3508871" y="3125886"/>
                  <a:pt x="3503542" y="3126834"/>
                  <a:pt x="3497965" y="3126415"/>
                </a:cubicBezTo>
                <a:cubicBezTo>
                  <a:pt x="3466793" y="3131969"/>
                  <a:pt x="3434912" y="3134950"/>
                  <a:pt x="3402538" y="3135477"/>
                </a:cubicBezTo>
                <a:lnTo>
                  <a:pt x="3385420" y="3137103"/>
                </a:lnTo>
                <a:lnTo>
                  <a:pt x="3385394" y="3136608"/>
                </a:lnTo>
                <a:lnTo>
                  <a:pt x="3384895" y="3136641"/>
                </a:lnTo>
                <a:cubicBezTo>
                  <a:pt x="3384329" y="3132839"/>
                  <a:pt x="3384302" y="3129023"/>
                  <a:pt x="3384302" y="3125201"/>
                </a:cubicBezTo>
                <a:cubicBezTo>
                  <a:pt x="3384302" y="3119519"/>
                  <a:pt x="3384360" y="3113850"/>
                  <a:pt x="3385672" y="3108220"/>
                </a:cubicBezTo>
                <a:cubicBezTo>
                  <a:pt x="3385630" y="3076892"/>
                  <a:pt x="3388080" y="3046007"/>
                  <a:pt x="3393136" y="3015763"/>
                </a:cubicBezTo>
                <a:lnTo>
                  <a:pt x="3393677" y="3009073"/>
                </a:lnTo>
                <a:cubicBezTo>
                  <a:pt x="3393845" y="3009068"/>
                  <a:pt x="3394015" y="3009063"/>
                  <a:pt x="3394182" y="3009010"/>
                </a:cubicBezTo>
                <a:cubicBezTo>
                  <a:pt x="3444459" y="2656144"/>
                  <a:pt x="3725498" y="2375367"/>
                  <a:pt x="4084348" y="2315969"/>
                </a:cubicBezTo>
                <a:lnTo>
                  <a:pt x="4084465" y="2314821"/>
                </a:lnTo>
                <a:cubicBezTo>
                  <a:pt x="4089774" y="2313811"/>
                  <a:pt x="4095102" y="2312863"/>
                  <a:pt x="4100678" y="2313282"/>
                </a:cubicBezTo>
                <a:cubicBezTo>
                  <a:pt x="4131861" y="2307725"/>
                  <a:pt x="4163754" y="2304744"/>
                  <a:pt x="4196139" y="2304217"/>
                </a:cubicBezTo>
                <a:close/>
                <a:moveTo>
                  <a:pt x="2543827" y="2302594"/>
                </a:moveTo>
                <a:lnTo>
                  <a:pt x="2560914" y="2304217"/>
                </a:lnTo>
                <a:cubicBezTo>
                  <a:pt x="2593300" y="2304744"/>
                  <a:pt x="2625192" y="2307725"/>
                  <a:pt x="2656376" y="2313282"/>
                </a:cubicBezTo>
                <a:cubicBezTo>
                  <a:pt x="2661952" y="2312863"/>
                  <a:pt x="2667280" y="2313811"/>
                  <a:pt x="2672588" y="2314821"/>
                </a:cubicBezTo>
                <a:lnTo>
                  <a:pt x="2672706" y="2315969"/>
                </a:lnTo>
                <a:cubicBezTo>
                  <a:pt x="3031556" y="2375367"/>
                  <a:pt x="3312595" y="2656144"/>
                  <a:pt x="3362871" y="3009010"/>
                </a:cubicBezTo>
                <a:cubicBezTo>
                  <a:pt x="3363039" y="3009063"/>
                  <a:pt x="3363208" y="3009068"/>
                  <a:pt x="3363377" y="3009073"/>
                </a:cubicBezTo>
                <a:lnTo>
                  <a:pt x="3363917" y="3015763"/>
                </a:lnTo>
                <a:cubicBezTo>
                  <a:pt x="3368974" y="3046007"/>
                  <a:pt x="3371423" y="3076892"/>
                  <a:pt x="3371381" y="3108220"/>
                </a:cubicBezTo>
                <a:cubicBezTo>
                  <a:pt x="3372693" y="3113850"/>
                  <a:pt x="3372752" y="3119519"/>
                  <a:pt x="3372752" y="3125201"/>
                </a:cubicBezTo>
                <a:cubicBezTo>
                  <a:pt x="3372752" y="3129023"/>
                  <a:pt x="3372725" y="3132839"/>
                  <a:pt x="3372159" y="3136641"/>
                </a:cubicBezTo>
                <a:lnTo>
                  <a:pt x="3371660" y="3136608"/>
                </a:lnTo>
                <a:lnTo>
                  <a:pt x="3371634" y="3137103"/>
                </a:lnTo>
                <a:lnTo>
                  <a:pt x="3354515" y="3135477"/>
                </a:lnTo>
                <a:cubicBezTo>
                  <a:pt x="3322141" y="3134950"/>
                  <a:pt x="3290261" y="3131969"/>
                  <a:pt x="3259089" y="3126415"/>
                </a:cubicBezTo>
                <a:cubicBezTo>
                  <a:pt x="3253512" y="3126834"/>
                  <a:pt x="3248183" y="3125886"/>
                  <a:pt x="3242872" y="3124875"/>
                </a:cubicBezTo>
                <a:lnTo>
                  <a:pt x="3242756" y="3123727"/>
                </a:lnTo>
                <a:cubicBezTo>
                  <a:pt x="2883905" y="3064328"/>
                  <a:pt x="2602866" y="2783551"/>
                  <a:pt x="2552590" y="2430686"/>
                </a:cubicBezTo>
                <a:cubicBezTo>
                  <a:pt x="2552423" y="2430633"/>
                  <a:pt x="2552254" y="2430628"/>
                  <a:pt x="2552085" y="2430623"/>
                </a:cubicBezTo>
                <a:lnTo>
                  <a:pt x="2551547" y="2423947"/>
                </a:lnTo>
                <a:cubicBezTo>
                  <a:pt x="2546488" y="2393697"/>
                  <a:pt x="2544037" y="2362806"/>
                  <a:pt x="2544079" y="2331471"/>
                </a:cubicBezTo>
                <a:cubicBezTo>
                  <a:pt x="2542767" y="2325843"/>
                  <a:pt x="2542709" y="2320176"/>
                  <a:pt x="2542709" y="2314495"/>
                </a:cubicBezTo>
                <a:lnTo>
                  <a:pt x="2543303" y="2303055"/>
                </a:lnTo>
                <a:lnTo>
                  <a:pt x="2543801" y="2303088"/>
                </a:lnTo>
                <a:close/>
                <a:moveTo>
                  <a:pt x="2521076" y="2302594"/>
                </a:moveTo>
                <a:lnTo>
                  <a:pt x="2521102" y="2303088"/>
                </a:lnTo>
                <a:lnTo>
                  <a:pt x="2521600" y="2303055"/>
                </a:lnTo>
                <a:lnTo>
                  <a:pt x="2522194" y="2314495"/>
                </a:lnTo>
                <a:cubicBezTo>
                  <a:pt x="2522194" y="2320176"/>
                  <a:pt x="2522135" y="2325843"/>
                  <a:pt x="2520823" y="2331471"/>
                </a:cubicBezTo>
                <a:cubicBezTo>
                  <a:pt x="2520865" y="2362806"/>
                  <a:pt x="2518415" y="2393697"/>
                  <a:pt x="2513356" y="2423947"/>
                </a:cubicBezTo>
                <a:lnTo>
                  <a:pt x="2512818" y="2430623"/>
                </a:lnTo>
                <a:cubicBezTo>
                  <a:pt x="2512648" y="2430628"/>
                  <a:pt x="2512480" y="2430633"/>
                  <a:pt x="2512312" y="2430686"/>
                </a:cubicBezTo>
                <a:cubicBezTo>
                  <a:pt x="2462037" y="2783551"/>
                  <a:pt x="2180998" y="3064328"/>
                  <a:pt x="1822147" y="3123727"/>
                </a:cubicBezTo>
                <a:lnTo>
                  <a:pt x="1822030" y="3124875"/>
                </a:lnTo>
                <a:cubicBezTo>
                  <a:pt x="1816720" y="3125886"/>
                  <a:pt x="1811391" y="3126834"/>
                  <a:pt x="1805814" y="3126415"/>
                </a:cubicBezTo>
                <a:cubicBezTo>
                  <a:pt x="1774642" y="3131969"/>
                  <a:pt x="1742762" y="3134950"/>
                  <a:pt x="1710387" y="3135477"/>
                </a:cubicBezTo>
                <a:lnTo>
                  <a:pt x="1693269" y="3137103"/>
                </a:lnTo>
                <a:lnTo>
                  <a:pt x="1693243" y="3136608"/>
                </a:lnTo>
                <a:lnTo>
                  <a:pt x="1692744" y="3136641"/>
                </a:lnTo>
                <a:cubicBezTo>
                  <a:pt x="1692178" y="3132839"/>
                  <a:pt x="1692151" y="3129023"/>
                  <a:pt x="1692151" y="3125201"/>
                </a:cubicBezTo>
                <a:cubicBezTo>
                  <a:pt x="1692151" y="3119519"/>
                  <a:pt x="1692209" y="3113850"/>
                  <a:pt x="1693521" y="3108220"/>
                </a:cubicBezTo>
                <a:cubicBezTo>
                  <a:pt x="1693479" y="3076892"/>
                  <a:pt x="1695929" y="3046007"/>
                  <a:pt x="1700985" y="3015763"/>
                </a:cubicBezTo>
                <a:lnTo>
                  <a:pt x="1701526" y="3009073"/>
                </a:lnTo>
                <a:cubicBezTo>
                  <a:pt x="1701694" y="3009068"/>
                  <a:pt x="1701864" y="3009063"/>
                  <a:pt x="1702031" y="3009010"/>
                </a:cubicBezTo>
                <a:cubicBezTo>
                  <a:pt x="1752308" y="2656144"/>
                  <a:pt x="2033347" y="2375367"/>
                  <a:pt x="2392197" y="2315969"/>
                </a:cubicBezTo>
                <a:lnTo>
                  <a:pt x="2392314" y="2314821"/>
                </a:lnTo>
                <a:cubicBezTo>
                  <a:pt x="2397623" y="2313811"/>
                  <a:pt x="2402951" y="2312863"/>
                  <a:pt x="2408527" y="2313282"/>
                </a:cubicBezTo>
                <a:cubicBezTo>
                  <a:pt x="2439710" y="2307725"/>
                  <a:pt x="2471603" y="2304744"/>
                  <a:pt x="2503988" y="2304217"/>
                </a:cubicBezTo>
                <a:close/>
                <a:moveTo>
                  <a:pt x="851676" y="2302594"/>
                </a:moveTo>
                <a:lnTo>
                  <a:pt x="868763" y="2304217"/>
                </a:lnTo>
                <a:cubicBezTo>
                  <a:pt x="901149" y="2304744"/>
                  <a:pt x="933041" y="2307725"/>
                  <a:pt x="964225" y="2313282"/>
                </a:cubicBezTo>
                <a:cubicBezTo>
                  <a:pt x="969801" y="2312863"/>
                  <a:pt x="975129" y="2313811"/>
                  <a:pt x="980437" y="2314821"/>
                </a:cubicBezTo>
                <a:lnTo>
                  <a:pt x="980555" y="2315969"/>
                </a:lnTo>
                <a:cubicBezTo>
                  <a:pt x="1339405" y="2375367"/>
                  <a:pt x="1620444" y="2656144"/>
                  <a:pt x="1670720" y="3009010"/>
                </a:cubicBezTo>
                <a:cubicBezTo>
                  <a:pt x="1670888" y="3009063"/>
                  <a:pt x="1671057" y="3009068"/>
                  <a:pt x="1671226" y="3009073"/>
                </a:cubicBezTo>
                <a:lnTo>
                  <a:pt x="1671766" y="3015763"/>
                </a:lnTo>
                <a:cubicBezTo>
                  <a:pt x="1676823" y="3046007"/>
                  <a:pt x="1679272" y="3076892"/>
                  <a:pt x="1679230" y="3108220"/>
                </a:cubicBezTo>
                <a:cubicBezTo>
                  <a:pt x="1680542" y="3113850"/>
                  <a:pt x="1680601" y="3119519"/>
                  <a:pt x="1680601" y="3125201"/>
                </a:cubicBezTo>
                <a:cubicBezTo>
                  <a:pt x="1680601" y="3129023"/>
                  <a:pt x="1680574" y="3132839"/>
                  <a:pt x="1680008" y="3136641"/>
                </a:cubicBezTo>
                <a:lnTo>
                  <a:pt x="1679509" y="3136608"/>
                </a:lnTo>
                <a:lnTo>
                  <a:pt x="1679483" y="3137103"/>
                </a:lnTo>
                <a:lnTo>
                  <a:pt x="1662364" y="3135477"/>
                </a:lnTo>
                <a:cubicBezTo>
                  <a:pt x="1629990" y="3134950"/>
                  <a:pt x="1598110" y="3131969"/>
                  <a:pt x="1566938" y="3126415"/>
                </a:cubicBezTo>
                <a:cubicBezTo>
                  <a:pt x="1561361" y="3126834"/>
                  <a:pt x="1556032" y="3125886"/>
                  <a:pt x="1550721" y="3124875"/>
                </a:cubicBezTo>
                <a:lnTo>
                  <a:pt x="1550605" y="3123727"/>
                </a:lnTo>
                <a:cubicBezTo>
                  <a:pt x="1191754" y="3064328"/>
                  <a:pt x="910715" y="2783551"/>
                  <a:pt x="860439" y="2430686"/>
                </a:cubicBezTo>
                <a:cubicBezTo>
                  <a:pt x="860272" y="2430633"/>
                  <a:pt x="860103" y="2430628"/>
                  <a:pt x="859934" y="2430623"/>
                </a:cubicBezTo>
                <a:lnTo>
                  <a:pt x="859396" y="2423947"/>
                </a:lnTo>
                <a:cubicBezTo>
                  <a:pt x="854337" y="2393697"/>
                  <a:pt x="851886" y="2362806"/>
                  <a:pt x="851928" y="2331471"/>
                </a:cubicBezTo>
                <a:cubicBezTo>
                  <a:pt x="850616" y="2325843"/>
                  <a:pt x="850558" y="2320176"/>
                  <a:pt x="850558" y="2314495"/>
                </a:cubicBezTo>
                <a:lnTo>
                  <a:pt x="851152" y="2303055"/>
                </a:lnTo>
                <a:lnTo>
                  <a:pt x="851650" y="2303088"/>
                </a:lnTo>
                <a:close/>
                <a:moveTo>
                  <a:pt x="828925" y="2302594"/>
                </a:moveTo>
                <a:lnTo>
                  <a:pt x="828951" y="2303088"/>
                </a:lnTo>
                <a:lnTo>
                  <a:pt x="829449" y="2303055"/>
                </a:lnTo>
                <a:lnTo>
                  <a:pt x="830043" y="2314495"/>
                </a:lnTo>
                <a:cubicBezTo>
                  <a:pt x="830043" y="2320176"/>
                  <a:pt x="829984" y="2325843"/>
                  <a:pt x="828672" y="2331471"/>
                </a:cubicBezTo>
                <a:cubicBezTo>
                  <a:pt x="828714" y="2362806"/>
                  <a:pt x="826264" y="2393697"/>
                  <a:pt x="821205" y="2423947"/>
                </a:cubicBezTo>
                <a:lnTo>
                  <a:pt x="820667" y="2430623"/>
                </a:lnTo>
                <a:cubicBezTo>
                  <a:pt x="820497" y="2430628"/>
                  <a:pt x="820329" y="2430633"/>
                  <a:pt x="820161" y="2430686"/>
                </a:cubicBezTo>
                <a:cubicBezTo>
                  <a:pt x="769886" y="2783551"/>
                  <a:pt x="488847" y="3064328"/>
                  <a:pt x="129995" y="3123727"/>
                </a:cubicBezTo>
                <a:lnTo>
                  <a:pt x="129879" y="3124875"/>
                </a:lnTo>
                <a:cubicBezTo>
                  <a:pt x="124569" y="3125886"/>
                  <a:pt x="119240" y="3126834"/>
                  <a:pt x="113663" y="3126415"/>
                </a:cubicBezTo>
                <a:cubicBezTo>
                  <a:pt x="82491" y="3131969"/>
                  <a:pt x="50611" y="3134950"/>
                  <a:pt x="18236" y="3135477"/>
                </a:cubicBezTo>
                <a:lnTo>
                  <a:pt x="1118" y="3137103"/>
                </a:lnTo>
                <a:lnTo>
                  <a:pt x="1092" y="3136608"/>
                </a:lnTo>
                <a:lnTo>
                  <a:pt x="593" y="3136641"/>
                </a:lnTo>
                <a:cubicBezTo>
                  <a:pt x="27" y="3132839"/>
                  <a:pt x="0" y="3129023"/>
                  <a:pt x="0" y="3125201"/>
                </a:cubicBezTo>
                <a:cubicBezTo>
                  <a:pt x="0" y="3119519"/>
                  <a:pt x="58" y="3113850"/>
                  <a:pt x="1370" y="3108220"/>
                </a:cubicBezTo>
                <a:cubicBezTo>
                  <a:pt x="1328" y="3076892"/>
                  <a:pt x="3778" y="3046007"/>
                  <a:pt x="8835" y="3015763"/>
                </a:cubicBezTo>
                <a:lnTo>
                  <a:pt x="9375" y="3009073"/>
                </a:lnTo>
                <a:cubicBezTo>
                  <a:pt x="9543" y="3009068"/>
                  <a:pt x="9713" y="3009063"/>
                  <a:pt x="9880" y="3009010"/>
                </a:cubicBezTo>
                <a:cubicBezTo>
                  <a:pt x="60157" y="2656144"/>
                  <a:pt x="341196" y="2375367"/>
                  <a:pt x="700046" y="2315969"/>
                </a:cubicBezTo>
                <a:lnTo>
                  <a:pt x="700163" y="2314821"/>
                </a:lnTo>
                <a:cubicBezTo>
                  <a:pt x="705472" y="2313811"/>
                  <a:pt x="710800" y="2312863"/>
                  <a:pt x="716376" y="2313282"/>
                </a:cubicBezTo>
                <a:cubicBezTo>
                  <a:pt x="747559" y="2307725"/>
                  <a:pt x="779452" y="2304744"/>
                  <a:pt x="811837" y="2304217"/>
                </a:cubicBezTo>
                <a:close/>
                <a:moveTo>
                  <a:pt x="8305836" y="1608087"/>
                </a:moveTo>
                <a:cubicBezTo>
                  <a:pt x="8030646" y="1666766"/>
                  <a:pt x="7815802" y="1879876"/>
                  <a:pt x="7762527" y="2148655"/>
                </a:cubicBezTo>
                <a:cubicBezTo>
                  <a:pt x="8037717" y="2089976"/>
                  <a:pt x="8252560" y="1876866"/>
                  <a:pt x="8305836" y="1608087"/>
                </a:cubicBezTo>
                <a:close/>
                <a:moveTo>
                  <a:pt x="6911971" y="1608087"/>
                </a:moveTo>
                <a:cubicBezTo>
                  <a:pt x="6965247" y="1876866"/>
                  <a:pt x="7180090" y="2089976"/>
                  <a:pt x="7455280" y="2148655"/>
                </a:cubicBezTo>
                <a:cubicBezTo>
                  <a:pt x="7402005" y="1879876"/>
                  <a:pt x="7187161" y="1666766"/>
                  <a:pt x="6911971" y="1608087"/>
                </a:cubicBezTo>
                <a:close/>
                <a:moveTo>
                  <a:pt x="6613685" y="1608087"/>
                </a:moveTo>
                <a:cubicBezTo>
                  <a:pt x="6338495" y="1666766"/>
                  <a:pt x="6123651" y="1879876"/>
                  <a:pt x="6070376" y="2148655"/>
                </a:cubicBezTo>
                <a:cubicBezTo>
                  <a:pt x="6345566" y="2089976"/>
                  <a:pt x="6560409" y="1876866"/>
                  <a:pt x="6613685" y="1608087"/>
                </a:cubicBezTo>
                <a:close/>
                <a:moveTo>
                  <a:pt x="5219820" y="1608087"/>
                </a:moveTo>
                <a:cubicBezTo>
                  <a:pt x="5273096" y="1876866"/>
                  <a:pt x="5487939" y="2089976"/>
                  <a:pt x="5763129" y="2148655"/>
                </a:cubicBezTo>
                <a:cubicBezTo>
                  <a:pt x="5709854" y="1879876"/>
                  <a:pt x="5495010" y="1666766"/>
                  <a:pt x="5219820" y="1608087"/>
                </a:cubicBezTo>
                <a:close/>
                <a:moveTo>
                  <a:pt x="4921534" y="1608087"/>
                </a:moveTo>
                <a:cubicBezTo>
                  <a:pt x="4646344" y="1666766"/>
                  <a:pt x="4431500" y="1879876"/>
                  <a:pt x="4378225" y="2148655"/>
                </a:cubicBezTo>
                <a:cubicBezTo>
                  <a:pt x="4653415" y="2089976"/>
                  <a:pt x="4868259" y="1876866"/>
                  <a:pt x="4921534" y="1608087"/>
                </a:cubicBezTo>
                <a:close/>
                <a:moveTo>
                  <a:pt x="3527669" y="1608087"/>
                </a:moveTo>
                <a:cubicBezTo>
                  <a:pt x="3580945" y="1876866"/>
                  <a:pt x="3795788" y="2089976"/>
                  <a:pt x="4070978" y="2148655"/>
                </a:cubicBezTo>
                <a:cubicBezTo>
                  <a:pt x="4017703" y="1879876"/>
                  <a:pt x="3802859" y="1666766"/>
                  <a:pt x="3527669" y="1608087"/>
                </a:cubicBezTo>
                <a:close/>
                <a:moveTo>
                  <a:pt x="3229383" y="1608087"/>
                </a:moveTo>
                <a:cubicBezTo>
                  <a:pt x="2954193" y="1666766"/>
                  <a:pt x="2739349" y="1879876"/>
                  <a:pt x="2686074" y="2148655"/>
                </a:cubicBezTo>
                <a:cubicBezTo>
                  <a:pt x="2961264" y="2089976"/>
                  <a:pt x="3176107" y="1876866"/>
                  <a:pt x="3229383" y="1608087"/>
                </a:cubicBezTo>
                <a:close/>
                <a:moveTo>
                  <a:pt x="1835518" y="1608087"/>
                </a:moveTo>
                <a:cubicBezTo>
                  <a:pt x="1888794" y="1876866"/>
                  <a:pt x="2103637" y="2089976"/>
                  <a:pt x="2378827" y="2148655"/>
                </a:cubicBezTo>
                <a:cubicBezTo>
                  <a:pt x="2325552" y="1879876"/>
                  <a:pt x="2110708" y="1666766"/>
                  <a:pt x="1835518" y="1608087"/>
                </a:cubicBezTo>
                <a:close/>
                <a:moveTo>
                  <a:pt x="1537232" y="1608087"/>
                </a:moveTo>
                <a:cubicBezTo>
                  <a:pt x="1262042" y="1666766"/>
                  <a:pt x="1047198" y="1879876"/>
                  <a:pt x="993923" y="2148655"/>
                </a:cubicBezTo>
                <a:cubicBezTo>
                  <a:pt x="1269113" y="2089976"/>
                  <a:pt x="1483956" y="1876866"/>
                  <a:pt x="1537232" y="1608087"/>
                </a:cubicBezTo>
                <a:close/>
                <a:moveTo>
                  <a:pt x="143367" y="1608087"/>
                </a:moveTo>
                <a:cubicBezTo>
                  <a:pt x="196643" y="1876866"/>
                  <a:pt x="411486" y="2089976"/>
                  <a:pt x="686676" y="2148655"/>
                </a:cubicBezTo>
                <a:cubicBezTo>
                  <a:pt x="633401" y="1879876"/>
                  <a:pt x="418557" y="1666766"/>
                  <a:pt x="143367" y="1608087"/>
                </a:cubicBezTo>
                <a:close/>
                <a:moveTo>
                  <a:pt x="8461873" y="1464394"/>
                </a:moveTo>
                <a:lnTo>
                  <a:pt x="8478960" y="1466004"/>
                </a:lnTo>
                <a:cubicBezTo>
                  <a:pt x="8511346" y="1466527"/>
                  <a:pt x="8543239" y="1469485"/>
                  <a:pt x="8574422" y="1474998"/>
                </a:cubicBezTo>
                <a:cubicBezTo>
                  <a:pt x="8579998" y="1474582"/>
                  <a:pt x="8585326" y="1475523"/>
                  <a:pt x="8590635" y="1476525"/>
                </a:cubicBezTo>
                <a:lnTo>
                  <a:pt x="8590752" y="1477664"/>
                </a:lnTo>
                <a:cubicBezTo>
                  <a:pt x="8815033" y="1514497"/>
                  <a:pt x="9008920" y="1637126"/>
                  <a:pt x="9135069" y="1809390"/>
                </a:cubicBezTo>
                <a:lnTo>
                  <a:pt x="9139239" y="1816149"/>
                </a:lnTo>
                <a:lnTo>
                  <a:pt x="9139239" y="2119309"/>
                </a:lnTo>
                <a:lnTo>
                  <a:pt x="9120077" y="2050665"/>
                </a:lnTo>
                <a:cubicBezTo>
                  <a:pt x="9039502" y="1829012"/>
                  <a:pt x="8844913" y="1659431"/>
                  <a:pt x="8604122" y="1608087"/>
                </a:cubicBezTo>
                <a:cubicBezTo>
                  <a:pt x="8650738" y="1843269"/>
                  <a:pt x="8821055" y="2035829"/>
                  <a:pt x="9047261" y="2119605"/>
                </a:cubicBezTo>
                <a:lnTo>
                  <a:pt x="9139239" y="2146279"/>
                </a:lnTo>
                <a:lnTo>
                  <a:pt x="9139239" y="2273778"/>
                </a:lnTo>
                <a:lnTo>
                  <a:pt x="9030179" y="2246972"/>
                </a:lnTo>
                <a:cubicBezTo>
                  <a:pt x="8735297" y="2149386"/>
                  <a:pt x="8514628" y="1897812"/>
                  <a:pt x="8470637" y="1591480"/>
                </a:cubicBezTo>
                <a:cubicBezTo>
                  <a:pt x="8470469" y="1591427"/>
                  <a:pt x="8470301" y="1591423"/>
                  <a:pt x="8470131" y="1591418"/>
                </a:cubicBezTo>
                <a:lnTo>
                  <a:pt x="8469593" y="1584794"/>
                </a:lnTo>
                <a:cubicBezTo>
                  <a:pt x="8464534" y="1554782"/>
                  <a:pt x="8462083" y="1524133"/>
                  <a:pt x="8462126" y="1493044"/>
                </a:cubicBezTo>
                <a:cubicBezTo>
                  <a:pt x="8460814" y="1487460"/>
                  <a:pt x="8460755" y="1481838"/>
                  <a:pt x="8460755" y="1476202"/>
                </a:cubicBezTo>
                <a:lnTo>
                  <a:pt x="8461349" y="1464852"/>
                </a:lnTo>
                <a:lnTo>
                  <a:pt x="8461847" y="1464884"/>
                </a:lnTo>
                <a:close/>
                <a:moveTo>
                  <a:pt x="8448085" y="1464394"/>
                </a:moveTo>
                <a:lnTo>
                  <a:pt x="8448111" y="1464884"/>
                </a:lnTo>
                <a:lnTo>
                  <a:pt x="8448609" y="1464852"/>
                </a:lnTo>
                <a:lnTo>
                  <a:pt x="8449203" y="1476202"/>
                </a:lnTo>
                <a:cubicBezTo>
                  <a:pt x="8449203" y="1481838"/>
                  <a:pt x="8449144" y="1487460"/>
                  <a:pt x="8447832" y="1493044"/>
                </a:cubicBezTo>
                <a:cubicBezTo>
                  <a:pt x="8447875" y="1524133"/>
                  <a:pt x="8445424" y="1554782"/>
                  <a:pt x="8440365" y="1584794"/>
                </a:cubicBezTo>
                <a:lnTo>
                  <a:pt x="8439827" y="1591418"/>
                </a:lnTo>
                <a:cubicBezTo>
                  <a:pt x="8439657" y="1591423"/>
                  <a:pt x="8439489" y="1591427"/>
                  <a:pt x="8439321" y="1591480"/>
                </a:cubicBezTo>
                <a:cubicBezTo>
                  <a:pt x="8389046" y="1941574"/>
                  <a:pt x="8108007" y="2220146"/>
                  <a:pt x="7749156" y="2279078"/>
                </a:cubicBezTo>
                <a:lnTo>
                  <a:pt x="7749040" y="2280217"/>
                </a:lnTo>
                <a:cubicBezTo>
                  <a:pt x="7743729" y="2281220"/>
                  <a:pt x="7738400" y="2282161"/>
                  <a:pt x="7732823" y="2281745"/>
                </a:cubicBezTo>
                <a:cubicBezTo>
                  <a:pt x="7701651" y="2287255"/>
                  <a:pt x="7669771" y="2290213"/>
                  <a:pt x="7637396" y="2290736"/>
                </a:cubicBezTo>
                <a:lnTo>
                  <a:pt x="7620278" y="2292349"/>
                </a:lnTo>
                <a:lnTo>
                  <a:pt x="7620252" y="2291858"/>
                </a:lnTo>
                <a:lnTo>
                  <a:pt x="7619753" y="2291891"/>
                </a:lnTo>
                <a:cubicBezTo>
                  <a:pt x="7619187" y="2288119"/>
                  <a:pt x="7619160" y="2284333"/>
                  <a:pt x="7619160" y="2280541"/>
                </a:cubicBezTo>
                <a:cubicBezTo>
                  <a:pt x="7619160" y="2274903"/>
                  <a:pt x="7619219" y="2269279"/>
                  <a:pt x="7620531" y="2263693"/>
                </a:cubicBezTo>
                <a:cubicBezTo>
                  <a:pt x="7620488" y="2232611"/>
                  <a:pt x="7622938" y="2201969"/>
                  <a:pt x="7627995" y="2171962"/>
                </a:cubicBezTo>
                <a:lnTo>
                  <a:pt x="7628535" y="2165325"/>
                </a:lnTo>
                <a:cubicBezTo>
                  <a:pt x="7628704" y="2165320"/>
                  <a:pt x="7628873" y="2165315"/>
                  <a:pt x="7629040" y="2165262"/>
                </a:cubicBezTo>
                <a:cubicBezTo>
                  <a:pt x="7679317" y="1815167"/>
                  <a:pt x="7960356" y="1536596"/>
                  <a:pt x="8319206" y="1477664"/>
                </a:cubicBezTo>
                <a:lnTo>
                  <a:pt x="8319323" y="1476525"/>
                </a:lnTo>
                <a:cubicBezTo>
                  <a:pt x="8324632" y="1475523"/>
                  <a:pt x="8329960" y="1474582"/>
                  <a:pt x="8335536" y="1474998"/>
                </a:cubicBezTo>
                <a:cubicBezTo>
                  <a:pt x="8366719" y="1469485"/>
                  <a:pt x="8398612" y="1466527"/>
                  <a:pt x="8430998" y="1466004"/>
                </a:cubicBezTo>
                <a:close/>
                <a:moveTo>
                  <a:pt x="6769722" y="1464394"/>
                </a:moveTo>
                <a:lnTo>
                  <a:pt x="6786810" y="1466004"/>
                </a:lnTo>
                <a:cubicBezTo>
                  <a:pt x="6819195" y="1466527"/>
                  <a:pt x="6851088" y="1469485"/>
                  <a:pt x="6882271" y="1474998"/>
                </a:cubicBezTo>
                <a:cubicBezTo>
                  <a:pt x="6887847" y="1474582"/>
                  <a:pt x="6893175" y="1475523"/>
                  <a:pt x="6898484" y="1476525"/>
                </a:cubicBezTo>
                <a:lnTo>
                  <a:pt x="6898601" y="1477664"/>
                </a:lnTo>
                <a:cubicBezTo>
                  <a:pt x="7257451" y="1536596"/>
                  <a:pt x="7538490" y="1815167"/>
                  <a:pt x="7588766" y="2165262"/>
                </a:cubicBezTo>
                <a:cubicBezTo>
                  <a:pt x="7588934" y="2165315"/>
                  <a:pt x="7589103" y="2165320"/>
                  <a:pt x="7589272" y="2165325"/>
                </a:cubicBezTo>
                <a:lnTo>
                  <a:pt x="7589812" y="2171962"/>
                </a:lnTo>
                <a:cubicBezTo>
                  <a:pt x="7594869" y="2201969"/>
                  <a:pt x="7597319" y="2232611"/>
                  <a:pt x="7597276" y="2263693"/>
                </a:cubicBezTo>
                <a:cubicBezTo>
                  <a:pt x="7598588" y="2269279"/>
                  <a:pt x="7598647" y="2274903"/>
                  <a:pt x="7598647" y="2280541"/>
                </a:cubicBezTo>
                <a:cubicBezTo>
                  <a:pt x="7598647" y="2284333"/>
                  <a:pt x="7598620" y="2288119"/>
                  <a:pt x="7598054" y="2291891"/>
                </a:cubicBezTo>
                <a:lnTo>
                  <a:pt x="7597555" y="2291858"/>
                </a:lnTo>
                <a:lnTo>
                  <a:pt x="7597529" y="2292349"/>
                </a:lnTo>
                <a:lnTo>
                  <a:pt x="7580411" y="2290736"/>
                </a:lnTo>
                <a:cubicBezTo>
                  <a:pt x="7548036" y="2290213"/>
                  <a:pt x="7516156" y="2287255"/>
                  <a:pt x="7484984" y="2281745"/>
                </a:cubicBezTo>
                <a:cubicBezTo>
                  <a:pt x="7479407" y="2282161"/>
                  <a:pt x="7474078" y="2281220"/>
                  <a:pt x="7468767" y="2280217"/>
                </a:cubicBezTo>
                <a:lnTo>
                  <a:pt x="7468651" y="2279078"/>
                </a:lnTo>
                <a:cubicBezTo>
                  <a:pt x="7109800" y="2220146"/>
                  <a:pt x="6828761" y="1941574"/>
                  <a:pt x="6778486" y="1591480"/>
                </a:cubicBezTo>
                <a:cubicBezTo>
                  <a:pt x="6778318" y="1591427"/>
                  <a:pt x="6778150" y="1591423"/>
                  <a:pt x="6777980" y="1591418"/>
                </a:cubicBezTo>
                <a:lnTo>
                  <a:pt x="6777442" y="1584794"/>
                </a:lnTo>
                <a:cubicBezTo>
                  <a:pt x="6772383" y="1554782"/>
                  <a:pt x="6769933" y="1524133"/>
                  <a:pt x="6769975" y="1493044"/>
                </a:cubicBezTo>
                <a:cubicBezTo>
                  <a:pt x="6768663" y="1487460"/>
                  <a:pt x="6768604" y="1481838"/>
                  <a:pt x="6768604" y="1476202"/>
                </a:cubicBezTo>
                <a:lnTo>
                  <a:pt x="6769198" y="1464852"/>
                </a:lnTo>
                <a:lnTo>
                  <a:pt x="6769696" y="1464884"/>
                </a:lnTo>
                <a:close/>
                <a:moveTo>
                  <a:pt x="6755934" y="1464394"/>
                </a:moveTo>
                <a:lnTo>
                  <a:pt x="6755960" y="1464884"/>
                </a:lnTo>
                <a:lnTo>
                  <a:pt x="6756458" y="1464852"/>
                </a:lnTo>
                <a:lnTo>
                  <a:pt x="6757052" y="1476202"/>
                </a:lnTo>
                <a:cubicBezTo>
                  <a:pt x="6757052" y="1481838"/>
                  <a:pt x="6756994" y="1487460"/>
                  <a:pt x="6755682" y="1493044"/>
                </a:cubicBezTo>
                <a:cubicBezTo>
                  <a:pt x="6755724" y="1524133"/>
                  <a:pt x="6753273" y="1554782"/>
                  <a:pt x="6748215" y="1584794"/>
                </a:cubicBezTo>
                <a:lnTo>
                  <a:pt x="6747676" y="1591418"/>
                </a:lnTo>
                <a:cubicBezTo>
                  <a:pt x="6747507" y="1591423"/>
                  <a:pt x="6747338" y="1591427"/>
                  <a:pt x="6747171" y="1591480"/>
                </a:cubicBezTo>
                <a:cubicBezTo>
                  <a:pt x="6696895" y="1941574"/>
                  <a:pt x="6415856" y="2220146"/>
                  <a:pt x="6057005" y="2279078"/>
                </a:cubicBezTo>
                <a:lnTo>
                  <a:pt x="6056889" y="2280217"/>
                </a:lnTo>
                <a:cubicBezTo>
                  <a:pt x="6051578" y="2281220"/>
                  <a:pt x="6046249" y="2282161"/>
                  <a:pt x="6040672" y="2281745"/>
                </a:cubicBezTo>
                <a:cubicBezTo>
                  <a:pt x="6009500" y="2287255"/>
                  <a:pt x="5977620" y="2290213"/>
                  <a:pt x="5945246" y="2290736"/>
                </a:cubicBezTo>
                <a:lnTo>
                  <a:pt x="5928127" y="2292349"/>
                </a:lnTo>
                <a:lnTo>
                  <a:pt x="5928101" y="2291858"/>
                </a:lnTo>
                <a:lnTo>
                  <a:pt x="5927602" y="2291891"/>
                </a:lnTo>
                <a:cubicBezTo>
                  <a:pt x="5927036" y="2288119"/>
                  <a:pt x="5927009" y="2284333"/>
                  <a:pt x="5927009" y="2280541"/>
                </a:cubicBezTo>
                <a:cubicBezTo>
                  <a:pt x="5927009" y="2274903"/>
                  <a:pt x="5927068" y="2269279"/>
                  <a:pt x="5928380" y="2263693"/>
                </a:cubicBezTo>
                <a:cubicBezTo>
                  <a:pt x="5928338" y="2232611"/>
                  <a:pt x="5930787" y="2201969"/>
                  <a:pt x="5935844" y="2171962"/>
                </a:cubicBezTo>
                <a:lnTo>
                  <a:pt x="5936384" y="2165325"/>
                </a:lnTo>
                <a:cubicBezTo>
                  <a:pt x="5936553" y="2165320"/>
                  <a:pt x="5936722" y="2165315"/>
                  <a:pt x="5936890" y="2165262"/>
                </a:cubicBezTo>
                <a:cubicBezTo>
                  <a:pt x="5987166" y="1815167"/>
                  <a:pt x="6268205" y="1536596"/>
                  <a:pt x="6627056" y="1477664"/>
                </a:cubicBezTo>
                <a:lnTo>
                  <a:pt x="6627173" y="1476525"/>
                </a:lnTo>
                <a:cubicBezTo>
                  <a:pt x="6632481" y="1475523"/>
                  <a:pt x="6637809" y="1474582"/>
                  <a:pt x="6643385" y="1474998"/>
                </a:cubicBezTo>
                <a:cubicBezTo>
                  <a:pt x="6674569" y="1469485"/>
                  <a:pt x="6706461" y="1466527"/>
                  <a:pt x="6738847" y="1466004"/>
                </a:cubicBezTo>
                <a:close/>
                <a:moveTo>
                  <a:pt x="5077571" y="1464394"/>
                </a:moveTo>
                <a:lnTo>
                  <a:pt x="5094659" y="1466004"/>
                </a:lnTo>
                <a:cubicBezTo>
                  <a:pt x="5127044" y="1466527"/>
                  <a:pt x="5158937" y="1469485"/>
                  <a:pt x="5190120" y="1474998"/>
                </a:cubicBezTo>
                <a:cubicBezTo>
                  <a:pt x="5195696" y="1474582"/>
                  <a:pt x="5201024" y="1475523"/>
                  <a:pt x="5206334" y="1476525"/>
                </a:cubicBezTo>
                <a:lnTo>
                  <a:pt x="5206450" y="1477664"/>
                </a:lnTo>
                <a:cubicBezTo>
                  <a:pt x="5565300" y="1536596"/>
                  <a:pt x="5846339" y="1815167"/>
                  <a:pt x="5896616" y="2165262"/>
                </a:cubicBezTo>
                <a:cubicBezTo>
                  <a:pt x="5896783" y="2165315"/>
                  <a:pt x="5896953" y="2165320"/>
                  <a:pt x="5897121" y="2165325"/>
                </a:cubicBezTo>
                <a:lnTo>
                  <a:pt x="5897662" y="2171962"/>
                </a:lnTo>
                <a:cubicBezTo>
                  <a:pt x="5902718" y="2201969"/>
                  <a:pt x="5905168" y="2232611"/>
                  <a:pt x="5905126" y="2263693"/>
                </a:cubicBezTo>
                <a:cubicBezTo>
                  <a:pt x="5906438" y="2269279"/>
                  <a:pt x="5906496" y="2274903"/>
                  <a:pt x="5906496" y="2280541"/>
                </a:cubicBezTo>
                <a:cubicBezTo>
                  <a:pt x="5906496" y="2284333"/>
                  <a:pt x="5906469" y="2288119"/>
                  <a:pt x="5905903" y="2291891"/>
                </a:cubicBezTo>
                <a:lnTo>
                  <a:pt x="5905404" y="2291858"/>
                </a:lnTo>
                <a:lnTo>
                  <a:pt x="5905378" y="2292349"/>
                </a:lnTo>
                <a:lnTo>
                  <a:pt x="5888260" y="2290736"/>
                </a:lnTo>
                <a:cubicBezTo>
                  <a:pt x="5855886" y="2290213"/>
                  <a:pt x="5824005" y="2287255"/>
                  <a:pt x="5792833" y="2281745"/>
                </a:cubicBezTo>
                <a:cubicBezTo>
                  <a:pt x="5787256" y="2282161"/>
                  <a:pt x="5781927" y="2281220"/>
                  <a:pt x="5776617" y="2280217"/>
                </a:cubicBezTo>
                <a:lnTo>
                  <a:pt x="5776501" y="2279078"/>
                </a:lnTo>
                <a:cubicBezTo>
                  <a:pt x="5417649" y="2220146"/>
                  <a:pt x="5136610" y="1941574"/>
                  <a:pt x="5086335" y="1591480"/>
                </a:cubicBezTo>
                <a:cubicBezTo>
                  <a:pt x="5086167" y="1591427"/>
                  <a:pt x="5085999" y="1591423"/>
                  <a:pt x="5085830" y="1591418"/>
                </a:cubicBezTo>
                <a:lnTo>
                  <a:pt x="5085291" y="1584794"/>
                </a:lnTo>
                <a:cubicBezTo>
                  <a:pt x="5080233" y="1554782"/>
                  <a:pt x="5077782" y="1524133"/>
                  <a:pt x="5077824" y="1493044"/>
                </a:cubicBezTo>
                <a:cubicBezTo>
                  <a:pt x="5076512" y="1487460"/>
                  <a:pt x="5076453" y="1481838"/>
                  <a:pt x="5076453" y="1476202"/>
                </a:cubicBezTo>
                <a:lnTo>
                  <a:pt x="5077047" y="1464852"/>
                </a:lnTo>
                <a:lnTo>
                  <a:pt x="5077545" y="1464884"/>
                </a:lnTo>
                <a:close/>
                <a:moveTo>
                  <a:pt x="5063783" y="1464394"/>
                </a:moveTo>
                <a:lnTo>
                  <a:pt x="5063809" y="1464884"/>
                </a:lnTo>
                <a:lnTo>
                  <a:pt x="5064307" y="1464852"/>
                </a:lnTo>
                <a:lnTo>
                  <a:pt x="5064902" y="1476202"/>
                </a:lnTo>
                <a:cubicBezTo>
                  <a:pt x="5064902" y="1481838"/>
                  <a:pt x="5064842" y="1487460"/>
                  <a:pt x="5063530" y="1493044"/>
                </a:cubicBezTo>
                <a:cubicBezTo>
                  <a:pt x="5063572" y="1524133"/>
                  <a:pt x="5061122" y="1554782"/>
                  <a:pt x="5056063" y="1584794"/>
                </a:cubicBezTo>
                <a:lnTo>
                  <a:pt x="5055525" y="1591418"/>
                </a:lnTo>
                <a:cubicBezTo>
                  <a:pt x="5055355" y="1591423"/>
                  <a:pt x="5055187" y="1591427"/>
                  <a:pt x="5055019" y="1591480"/>
                </a:cubicBezTo>
                <a:cubicBezTo>
                  <a:pt x="5004744" y="1941574"/>
                  <a:pt x="4723705" y="2220146"/>
                  <a:pt x="4364853" y="2279078"/>
                </a:cubicBezTo>
                <a:lnTo>
                  <a:pt x="4364737" y="2280217"/>
                </a:lnTo>
                <a:cubicBezTo>
                  <a:pt x="4359427" y="2281220"/>
                  <a:pt x="4354098" y="2282161"/>
                  <a:pt x="4348521" y="2281745"/>
                </a:cubicBezTo>
                <a:cubicBezTo>
                  <a:pt x="4317350" y="2287255"/>
                  <a:pt x="4285468" y="2290213"/>
                  <a:pt x="4253094" y="2290736"/>
                </a:cubicBezTo>
                <a:lnTo>
                  <a:pt x="4235976" y="2292349"/>
                </a:lnTo>
                <a:lnTo>
                  <a:pt x="4235950" y="2291858"/>
                </a:lnTo>
                <a:lnTo>
                  <a:pt x="4235451" y="2291891"/>
                </a:lnTo>
                <a:cubicBezTo>
                  <a:pt x="4234885" y="2288119"/>
                  <a:pt x="4234858" y="2284333"/>
                  <a:pt x="4234858" y="2280541"/>
                </a:cubicBezTo>
                <a:cubicBezTo>
                  <a:pt x="4234858" y="2274903"/>
                  <a:pt x="4234916" y="2269279"/>
                  <a:pt x="4236228" y="2263693"/>
                </a:cubicBezTo>
                <a:cubicBezTo>
                  <a:pt x="4236186" y="2232611"/>
                  <a:pt x="4238636" y="2201969"/>
                  <a:pt x="4243692" y="2171962"/>
                </a:cubicBezTo>
                <a:lnTo>
                  <a:pt x="4244233" y="2165325"/>
                </a:lnTo>
                <a:cubicBezTo>
                  <a:pt x="4244401" y="2165320"/>
                  <a:pt x="4244571" y="2165315"/>
                  <a:pt x="4244738" y="2165262"/>
                </a:cubicBezTo>
                <a:cubicBezTo>
                  <a:pt x="4295015" y="1815167"/>
                  <a:pt x="4576054" y="1536596"/>
                  <a:pt x="4934904" y="1477664"/>
                </a:cubicBezTo>
                <a:lnTo>
                  <a:pt x="4935021" y="1476525"/>
                </a:lnTo>
                <a:cubicBezTo>
                  <a:pt x="4940330" y="1475523"/>
                  <a:pt x="4945658" y="1474582"/>
                  <a:pt x="4951234" y="1474998"/>
                </a:cubicBezTo>
                <a:cubicBezTo>
                  <a:pt x="4982417" y="1469485"/>
                  <a:pt x="5014310" y="1466527"/>
                  <a:pt x="5046695" y="1466004"/>
                </a:cubicBezTo>
                <a:close/>
                <a:moveTo>
                  <a:pt x="3385420" y="1464394"/>
                </a:moveTo>
                <a:lnTo>
                  <a:pt x="3402507" y="1466004"/>
                </a:lnTo>
                <a:cubicBezTo>
                  <a:pt x="3434893" y="1466527"/>
                  <a:pt x="3466785" y="1469485"/>
                  <a:pt x="3497969" y="1474998"/>
                </a:cubicBezTo>
                <a:cubicBezTo>
                  <a:pt x="3503545" y="1474582"/>
                  <a:pt x="3508873" y="1475523"/>
                  <a:pt x="3514181" y="1476525"/>
                </a:cubicBezTo>
                <a:lnTo>
                  <a:pt x="3514298" y="1477664"/>
                </a:lnTo>
                <a:cubicBezTo>
                  <a:pt x="3873149" y="1536596"/>
                  <a:pt x="4154188" y="1815167"/>
                  <a:pt x="4204464" y="2165262"/>
                </a:cubicBezTo>
                <a:cubicBezTo>
                  <a:pt x="4204632" y="2165315"/>
                  <a:pt x="4204801" y="2165320"/>
                  <a:pt x="4204970" y="2165325"/>
                </a:cubicBezTo>
                <a:lnTo>
                  <a:pt x="4205510" y="2171962"/>
                </a:lnTo>
                <a:cubicBezTo>
                  <a:pt x="4210567" y="2201969"/>
                  <a:pt x="4213016" y="2232611"/>
                  <a:pt x="4212974" y="2263693"/>
                </a:cubicBezTo>
                <a:cubicBezTo>
                  <a:pt x="4214286" y="2269279"/>
                  <a:pt x="4214345" y="2274903"/>
                  <a:pt x="4214345" y="2280541"/>
                </a:cubicBezTo>
                <a:cubicBezTo>
                  <a:pt x="4214345" y="2284333"/>
                  <a:pt x="4214318" y="2288119"/>
                  <a:pt x="4213752" y="2291891"/>
                </a:cubicBezTo>
                <a:lnTo>
                  <a:pt x="4213253" y="2291858"/>
                </a:lnTo>
                <a:lnTo>
                  <a:pt x="4213227" y="2292349"/>
                </a:lnTo>
                <a:lnTo>
                  <a:pt x="4196108" y="2290736"/>
                </a:lnTo>
                <a:cubicBezTo>
                  <a:pt x="4163734" y="2290213"/>
                  <a:pt x="4131854" y="2287255"/>
                  <a:pt x="4100682" y="2281745"/>
                </a:cubicBezTo>
                <a:cubicBezTo>
                  <a:pt x="4095105" y="2282161"/>
                  <a:pt x="4089776" y="2281220"/>
                  <a:pt x="4084465" y="2280217"/>
                </a:cubicBezTo>
                <a:lnTo>
                  <a:pt x="4084349" y="2279078"/>
                </a:lnTo>
                <a:cubicBezTo>
                  <a:pt x="3725498" y="2220146"/>
                  <a:pt x="3444459" y="1941574"/>
                  <a:pt x="3394183" y="1591480"/>
                </a:cubicBezTo>
                <a:cubicBezTo>
                  <a:pt x="3394016" y="1591427"/>
                  <a:pt x="3393847" y="1591423"/>
                  <a:pt x="3393678" y="1591418"/>
                </a:cubicBezTo>
                <a:lnTo>
                  <a:pt x="3393139" y="1584794"/>
                </a:lnTo>
                <a:cubicBezTo>
                  <a:pt x="3388081" y="1554782"/>
                  <a:pt x="3385630" y="1524133"/>
                  <a:pt x="3385672" y="1493044"/>
                </a:cubicBezTo>
                <a:cubicBezTo>
                  <a:pt x="3384360" y="1487460"/>
                  <a:pt x="3384302" y="1481838"/>
                  <a:pt x="3384302" y="1476202"/>
                </a:cubicBezTo>
                <a:lnTo>
                  <a:pt x="3384896" y="1464852"/>
                </a:lnTo>
                <a:lnTo>
                  <a:pt x="3385394" y="1464884"/>
                </a:lnTo>
                <a:close/>
                <a:moveTo>
                  <a:pt x="3371632" y="1464394"/>
                </a:moveTo>
                <a:lnTo>
                  <a:pt x="3371658" y="1464884"/>
                </a:lnTo>
                <a:lnTo>
                  <a:pt x="3372156" y="1464852"/>
                </a:lnTo>
                <a:lnTo>
                  <a:pt x="3372750" y="1476202"/>
                </a:lnTo>
                <a:cubicBezTo>
                  <a:pt x="3372750" y="1481838"/>
                  <a:pt x="3372691" y="1487460"/>
                  <a:pt x="3371379" y="1493044"/>
                </a:cubicBezTo>
                <a:cubicBezTo>
                  <a:pt x="3371421" y="1524133"/>
                  <a:pt x="3368971" y="1554782"/>
                  <a:pt x="3363912" y="1584794"/>
                </a:cubicBezTo>
                <a:lnTo>
                  <a:pt x="3363374" y="1591418"/>
                </a:lnTo>
                <a:cubicBezTo>
                  <a:pt x="3363204" y="1591423"/>
                  <a:pt x="3363036" y="1591427"/>
                  <a:pt x="3362868" y="1591480"/>
                </a:cubicBezTo>
                <a:cubicBezTo>
                  <a:pt x="3312593" y="1941574"/>
                  <a:pt x="3031554" y="2220146"/>
                  <a:pt x="2672703" y="2279078"/>
                </a:cubicBezTo>
                <a:lnTo>
                  <a:pt x="2672586" y="2280217"/>
                </a:lnTo>
                <a:cubicBezTo>
                  <a:pt x="2667276" y="2281220"/>
                  <a:pt x="2661947" y="2282161"/>
                  <a:pt x="2656370" y="2281745"/>
                </a:cubicBezTo>
                <a:cubicBezTo>
                  <a:pt x="2625198" y="2287255"/>
                  <a:pt x="2593318" y="2290213"/>
                  <a:pt x="2560943" y="2290736"/>
                </a:cubicBezTo>
                <a:lnTo>
                  <a:pt x="2543825" y="2292349"/>
                </a:lnTo>
                <a:lnTo>
                  <a:pt x="2543799" y="2291858"/>
                </a:lnTo>
                <a:lnTo>
                  <a:pt x="2543300" y="2291891"/>
                </a:lnTo>
                <a:cubicBezTo>
                  <a:pt x="2542734" y="2288119"/>
                  <a:pt x="2542707" y="2284333"/>
                  <a:pt x="2542707" y="2280541"/>
                </a:cubicBezTo>
                <a:cubicBezTo>
                  <a:pt x="2542707" y="2274903"/>
                  <a:pt x="2542765" y="2269279"/>
                  <a:pt x="2544077" y="2263693"/>
                </a:cubicBezTo>
                <a:cubicBezTo>
                  <a:pt x="2544035" y="2232611"/>
                  <a:pt x="2546485" y="2201969"/>
                  <a:pt x="2551541" y="2171962"/>
                </a:cubicBezTo>
                <a:lnTo>
                  <a:pt x="2552082" y="2165325"/>
                </a:lnTo>
                <a:cubicBezTo>
                  <a:pt x="2552250" y="2165320"/>
                  <a:pt x="2552420" y="2165315"/>
                  <a:pt x="2552587" y="2165262"/>
                </a:cubicBezTo>
                <a:cubicBezTo>
                  <a:pt x="2602864" y="1815167"/>
                  <a:pt x="2883903" y="1536596"/>
                  <a:pt x="3242753" y="1477664"/>
                </a:cubicBezTo>
                <a:lnTo>
                  <a:pt x="3242870" y="1476525"/>
                </a:lnTo>
                <a:cubicBezTo>
                  <a:pt x="3248179" y="1475523"/>
                  <a:pt x="3253507" y="1474582"/>
                  <a:pt x="3259083" y="1474998"/>
                </a:cubicBezTo>
                <a:cubicBezTo>
                  <a:pt x="3290266" y="1469485"/>
                  <a:pt x="3322159" y="1466527"/>
                  <a:pt x="3354544" y="1466004"/>
                </a:cubicBezTo>
                <a:close/>
                <a:moveTo>
                  <a:pt x="1693269" y="1464394"/>
                </a:moveTo>
                <a:lnTo>
                  <a:pt x="1710356" y="1466004"/>
                </a:lnTo>
                <a:cubicBezTo>
                  <a:pt x="1742742" y="1466527"/>
                  <a:pt x="1774634" y="1469485"/>
                  <a:pt x="1805818" y="1474998"/>
                </a:cubicBezTo>
                <a:cubicBezTo>
                  <a:pt x="1811394" y="1474582"/>
                  <a:pt x="1816722" y="1475523"/>
                  <a:pt x="1822030" y="1476525"/>
                </a:cubicBezTo>
                <a:lnTo>
                  <a:pt x="1822148" y="1477664"/>
                </a:lnTo>
                <a:cubicBezTo>
                  <a:pt x="2180998" y="1536596"/>
                  <a:pt x="2462037" y="1815167"/>
                  <a:pt x="2512313" y="2165262"/>
                </a:cubicBezTo>
                <a:cubicBezTo>
                  <a:pt x="2512481" y="2165315"/>
                  <a:pt x="2512650" y="2165320"/>
                  <a:pt x="2512819" y="2165325"/>
                </a:cubicBezTo>
                <a:lnTo>
                  <a:pt x="2513359" y="2171962"/>
                </a:lnTo>
                <a:cubicBezTo>
                  <a:pt x="2518416" y="2201969"/>
                  <a:pt x="2520865" y="2232611"/>
                  <a:pt x="2520823" y="2263693"/>
                </a:cubicBezTo>
                <a:cubicBezTo>
                  <a:pt x="2522135" y="2269279"/>
                  <a:pt x="2522194" y="2274903"/>
                  <a:pt x="2522194" y="2280541"/>
                </a:cubicBezTo>
                <a:cubicBezTo>
                  <a:pt x="2522194" y="2284333"/>
                  <a:pt x="2522167" y="2288119"/>
                  <a:pt x="2521601" y="2291891"/>
                </a:cubicBezTo>
                <a:lnTo>
                  <a:pt x="2521102" y="2291858"/>
                </a:lnTo>
                <a:lnTo>
                  <a:pt x="2521076" y="2292349"/>
                </a:lnTo>
                <a:lnTo>
                  <a:pt x="2503957" y="2290736"/>
                </a:lnTo>
                <a:cubicBezTo>
                  <a:pt x="2471583" y="2290213"/>
                  <a:pt x="2439703" y="2287255"/>
                  <a:pt x="2408531" y="2281745"/>
                </a:cubicBezTo>
                <a:cubicBezTo>
                  <a:pt x="2402954" y="2282161"/>
                  <a:pt x="2397625" y="2281220"/>
                  <a:pt x="2392314" y="2280217"/>
                </a:cubicBezTo>
                <a:lnTo>
                  <a:pt x="2392198" y="2279078"/>
                </a:lnTo>
                <a:cubicBezTo>
                  <a:pt x="2033347" y="2220146"/>
                  <a:pt x="1752308" y="1941574"/>
                  <a:pt x="1702032" y="1591480"/>
                </a:cubicBezTo>
                <a:cubicBezTo>
                  <a:pt x="1701865" y="1591427"/>
                  <a:pt x="1701696" y="1591423"/>
                  <a:pt x="1701527" y="1591418"/>
                </a:cubicBezTo>
                <a:lnTo>
                  <a:pt x="1700989" y="1584794"/>
                </a:lnTo>
                <a:cubicBezTo>
                  <a:pt x="1695930" y="1554782"/>
                  <a:pt x="1693479" y="1524133"/>
                  <a:pt x="1693521" y="1493044"/>
                </a:cubicBezTo>
                <a:cubicBezTo>
                  <a:pt x="1692209" y="1487460"/>
                  <a:pt x="1692151" y="1481838"/>
                  <a:pt x="1692151" y="1476202"/>
                </a:cubicBezTo>
                <a:lnTo>
                  <a:pt x="1692745" y="1464852"/>
                </a:lnTo>
                <a:lnTo>
                  <a:pt x="1693243" y="1464884"/>
                </a:lnTo>
                <a:close/>
                <a:moveTo>
                  <a:pt x="1679481" y="1464394"/>
                </a:moveTo>
                <a:lnTo>
                  <a:pt x="1679507" y="1464884"/>
                </a:lnTo>
                <a:lnTo>
                  <a:pt x="1680005" y="1464852"/>
                </a:lnTo>
                <a:lnTo>
                  <a:pt x="1680599" y="1476202"/>
                </a:lnTo>
                <a:cubicBezTo>
                  <a:pt x="1680599" y="1481838"/>
                  <a:pt x="1680540" y="1487460"/>
                  <a:pt x="1679228" y="1493044"/>
                </a:cubicBezTo>
                <a:cubicBezTo>
                  <a:pt x="1679270" y="1524133"/>
                  <a:pt x="1676820" y="1554782"/>
                  <a:pt x="1671761" y="1584794"/>
                </a:cubicBezTo>
                <a:lnTo>
                  <a:pt x="1671223" y="1591418"/>
                </a:lnTo>
                <a:cubicBezTo>
                  <a:pt x="1671053" y="1591423"/>
                  <a:pt x="1670885" y="1591427"/>
                  <a:pt x="1670717" y="1591480"/>
                </a:cubicBezTo>
                <a:cubicBezTo>
                  <a:pt x="1620442" y="1941574"/>
                  <a:pt x="1339403" y="2220146"/>
                  <a:pt x="980552" y="2279078"/>
                </a:cubicBezTo>
                <a:lnTo>
                  <a:pt x="980435" y="2280217"/>
                </a:lnTo>
                <a:cubicBezTo>
                  <a:pt x="975125" y="2281220"/>
                  <a:pt x="969796" y="2282161"/>
                  <a:pt x="964219" y="2281745"/>
                </a:cubicBezTo>
                <a:cubicBezTo>
                  <a:pt x="933047" y="2287255"/>
                  <a:pt x="901167" y="2290213"/>
                  <a:pt x="868792" y="2290736"/>
                </a:cubicBezTo>
                <a:lnTo>
                  <a:pt x="851674" y="2292349"/>
                </a:lnTo>
                <a:lnTo>
                  <a:pt x="851648" y="2291858"/>
                </a:lnTo>
                <a:lnTo>
                  <a:pt x="851149" y="2291891"/>
                </a:lnTo>
                <a:cubicBezTo>
                  <a:pt x="850583" y="2288119"/>
                  <a:pt x="850556" y="2284333"/>
                  <a:pt x="850556" y="2280541"/>
                </a:cubicBezTo>
                <a:cubicBezTo>
                  <a:pt x="850556" y="2274903"/>
                  <a:pt x="850614" y="2269279"/>
                  <a:pt x="851926" y="2263693"/>
                </a:cubicBezTo>
                <a:cubicBezTo>
                  <a:pt x="851884" y="2232611"/>
                  <a:pt x="854334" y="2201969"/>
                  <a:pt x="859390" y="2171962"/>
                </a:cubicBezTo>
                <a:lnTo>
                  <a:pt x="859931" y="2165325"/>
                </a:lnTo>
                <a:cubicBezTo>
                  <a:pt x="860099" y="2165320"/>
                  <a:pt x="860269" y="2165315"/>
                  <a:pt x="860436" y="2165262"/>
                </a:cubicBezTo>
                <a:cubicBezTo>
                  <a:pt x="910713" y="1815167"/>
                  <a:pt x="1191752" y="1536596"/>
                  <a:pt x="1550602" y="1477664"/>
                </a:cubicBezTo>
                <a:lnTo>
                  <a:pt x="1550719" y="1476525"/>
                </a:lnTo>
                <a:cubicBezTo>
                  <a:pt x="1556028" y="1475523"/>
                  <a:pt x="1561356" y="1474582"/>
                  <a:pt x="1566932" y="1474998"/>
                </a:cubicBezTo>
                <a:cubicBezTo>
                  <a:pt x="1598115" y="1469485"/>
                  <a:pt x="1630008" y="1466527"/>
                  <a:pt x="1662393" y="1466004"/>
                </a:cubicBezTo>
                <a:close/>
                <a:moveTo>
                  <a:pt x="1118" y="1464394"/>
                </a:moveTo>
                <a:lnTo>
                  <a:pt x="18205" y="1466004"/>
                </a:lnTo>
                <a:cubicBezTo>
                  <a:pt x="50591" y="1466527"/>
                  <a:pt x="82483" y="1469485"/>
                  <a:pt x="113667" y="1474998"/>
                </a:cubicBezTo>
                <a:cubicBezTo>
                  <a:pt x="119243" y="1474582"/>
                  <a:pt x="124571" y="1475523"/>
                  <a:pt x="129879" y="1476525"/>
                </a:cubicBezTo>
                <a:lnTo>
                  <a:pt x="129997" y="1477664"/>
                </a:lnTo>
                <a:cubicBezTo>
                  <a:pt x="488847" y="1536596"/>
                  <a:pt x="769886" y="1815167"/>
                  <a:pt x="820162" y="2165262"/>
                </a:cubicBezTo>
                <a:cubicBezTo>
                  <a:pt x="820330" y="2165315"/>
                  <a:pt x="820499" y="2165320"/>
                  <a:pt x="820668" y="2165325"/>
                </a:cubicBezTo>
                <a:lnTo>
                  <a:pt x="821208" y="2171962"/>
                </a:lnTo>
                <a:cubicBezTo>
                  <a:pt x="826265" y="2201969"/>
                  <a:pt x="828714" y="2232611"/>
                  <a:pt x="828672" y="2263693"/>
                </a:cubicBezTo>
                <a:cubicBezTo>
                  <a:pt x="829984" y="2269279"/>
                  <a:pt x="830043" y="2274903"/>
                  <a:pt x="830043" y="2280541"/>
                </a:cubicBezTo>
                <a:cubicBezTo>
                  <a:pt x="830043" y="2284333"/>
                  <a:pt x="830016" y="2288119"/>
                  <a:pt x="829450" y="2291891"/>
                </a:cubicBezTo>
                <a:lnTo>
                  <a:pt x="828951" y="2291858"/>
                </a:lnTo>
                <a:lnTo>
                  <a:pt x="828925" y="2292349"/>
                </a:lnTo>
                <a:lnTo>
                  <a:pt x="811806" y="2290736"/>
                </a:lnTo>
                <a:cubicBezTo>
                  <a:pt x="779432" y="2290213"/>
                  <a:pt x="747552" y="2287255"/>
                  <a:pt x="716380" y="2281745"/>
                </a:cubicBezTo>
                <a:cubicBezTo>
                  <a:pt x="710803" y="2282161"/>
                  <a:pt x="705474" y="2281220"/>
                  <a:pt x="700163" y="2280217"/>
                </a:cubicBezTo>
                <a:lnTo>
                  <a:pt x="700047" y="2279078"/>
                </a:lnTo>
                <a:cubicBezTo>
                  <a:pt x="341196" y="2220146"/>
                  <a:pt x="60157" y="1941574"/>
                  <a:pt x="9881" y="1591480"/>
                </a:cubicBezTo>
                <a:cubicBezTo>
                  <a:pt x="9714" y="1591427"/>
                  <a:pt x="9545" y="1591423"/>
                  <a:pt x="9376" y="1591418"/>
                </a:cubicBezTo>
                <a:lnTo>
                  <a:pt x="8837" y="1584794"/>
                </a:lnTo>
                <a:cubicBezTo>
                  <a:pt x="3779" y="1554782"/>
                  <a:pt x="1328" y="1524133"/>
                  <a:pt x="1370" y="1493044"/>
                </a:cubicBezTo>
                <a:cubicBezTo>
                  <a:pt x="58" y="1487460"/>
                  <a:pt x="0" y="1481838"/>
                  <a:pt x="0" y="1476202"/>
                </a:cubicBezTo>
                <a:lnTo>
                  <a:pt x="594" y="1464852"/>
                </a:lnTo>
                <a:lnTo>
                  <a:pt x="1092" y="1464884"/>
                </a:lnTo>
                <a:close/>
                <a:moveTo>
                  <a:pt x="7762529" y="750600"/>
                </a:moveTo>
                <a:cubicBezTo>
                  <a:pt x="7815805" y="1021506"/>
                  <a:pt x="8030648" y="1236303"/>
                  <a:pt x="8305838" y="1295446"/>
                </a:cubicBezTo>
                <a:cubicBezTo>
                  <a:pt x="8252563" y="1024540"/>
                  <a:pt x="8037719" y="809743"/>
                  <a:pt x="7762529" y="750600"/>
                </a:cubicBezTo>
                <a:close/>
                <a:moveTo>
                  <a:pt x="7455280" y="750600"/>
                </a:moveTo>
                <a:cubicBezTo>
                  <a:pt x="7180090" y="809743"/>
                  <a:pt x="6965246" y="1024540"/>
                  <a:pt x="6911971" y="1295446"/>
                </a:cubicBezTo>
                <a:cubicBezTo>
                  <a:pt x="7187161" y="1236303"/>
                  <a:pt x="7402004" y="1021506"/>
                  <a:pt x="7455280" y="750600"/>
                </a:cubicBezTo>
                <a:close/>
                <a:moveTo>
                  <a:pt x="6070378" y="750600"/>
                </a:moveTo>
                <a:cubicBezTo>
                  <a:pt x="6123654" y="1021506"/>
                  <a:pt x="6338497" y="1236303"/>
                  <a:pt x="6613687" y="1295446"/>
                </a:cubicBezTo>
                <a:cubicBezTo>
                  <a:pt x="6560412" y="1024540"/>
                  <a:pt x="6345568" y="809743"/>
                  <a:pt x="6070378" y="750600"/>
                </a:cubicBezTo>
                <a:close/>
                <a:moveTo>
                  <a:pt x="5763129" y="750600"/>
                </a:moveTo>
                <a:cubicBezTo>
                  <a:pt x="5487939" y="809743"/>
                  <a:pt x="5273095" y="1024540"/>
                  <a:pt x="5219820" y="1295446"/>
                </a:cubicBezTo>
                <a:cubicBezTo>
                  <a:pt x="5495010" y="1236303"/>
                  <a:pt x="5709853" y="1021506"/>
                  <a:pt x="5763129" y="750600"/>
                </a:cubicBezTo>
                <a:close/>
                <a:moveTo>
                  <a:pt x="4378227" y="750600"/>
                </a:moveTo>
                <a:cubicBezTo>
                  <a:pt x="4431503" y="1021506"/>
                  <a:pt x="4646346" y="1236303"/>
                  <a:pt x="4921536" y="1295446"/>
                </a:cubicBezTo>
                <a:cubicBezTo>
                  <a:pt x="4868261" y="1024540"/>
                  <a:pt x="4653417" y="809743"/>
                  <a:pt x="4378227" y="750600"/>
                </a:cubicBezTo>
                <a:close/>
                <a:moveTo>
                  <a:pt x="4070978" y="750600"/>
                </a:moveTo>
                <a:cubicBezTo>
                  <a:pt x="3795788" y="809743"/>
                  <a:pt x="3580944" y="1024540"/>
                  <a:pt x="3527669" y="1295446"/>
                </a:cubicBezTo>
                <a:cubicBezTo>
                  <a:pt x="3802859" y="1236303"/>
                  <a:pt x="4017702" y="1021506"/>
                  <a:pt x="4070978" y="750600"/>
                </a:cubicBezTo>
                <a:close/>
                <a:moveTo>
                  <a:pt x="2686076" y="750600"/>
                </a:moveTo>
                <a:cubicBezTo>
                  <a:pt x="2739352" y="1021506"/>
                  <a:pt x="2954195" y="1236303"/>
                  <a:pt x="3229385" y="1295446"/>
                </a:cubicBezTo>
                <a:cubicBezTo>
                  <a:pt x="3176110" y="1024540"/>
                  <a:pt x="2961266" y="809743"/>
                  <a:pt x="2686076" y="750600"/>
                </a:cubicBezTo>
                <a:close/>
                <a:moveTo>
                  <a:pt x="2378827" y="750600"/>
                </a:moveTo>
                <a:cubicBezTo>
                  <a:pt x="2103637" y="809743"/>
                  <a:pt x="1888793" y="1024540"/>
                  <a:pt x="1835518" y="1295446"/>
                </a:cubicBezTo>
                <a:cubicBezTo>
                  <a:pt x="2110708" y="1236303"/>
                  <a:pt x="2325551" y="1021506"/>
                  <a:pt x="2378827" y="750600"/>
                </a:cubicBezTo>
                <a:close/>
                <a:moveTo>
                  <a:pt x="993925" y="750600"/>
                </a:moveTo>
                <a:cubicBezTo>
                  <a:pt x="1047201" y="1021506"/>
                  <a:pt x="1262044" y="1236303"/>
                  <a:pt x="1537234" y="1295446"/>
                </a:cubicBezTo>
                <a:cubicBezTo>
                  <a:pt x="1483959" y="1024540"/>
                  <a:pt x="1269115" y="809743"/>
                  <a:pt x="993925" y="750600"/>
                </a:cubicBezTo>
                <a:close/>
                <a:moveTo>
                  <a:pt x="686676" y="750600"/>
                </a:moveTo>
                <a:cubicBezTo>
                  <a:pt x="411486" y="809743"/>
                  <a:pt x="196642" y="1024540"/>
                  <a:pt x="143367" y="1295446"/>
                </a:cubicBezTo>
                <a:cubicBezTo>
                  <a:pt x="418557" y="1236303"/>
                  <a:pt x="633400" y="1021506"/>
                  <a:pt x="686676" y="750600"/>
                </a:cubicBezTo>
                <a:close/>
                <a:moveTo>
                  <a:pt x="9139239" y="624486"/>
                </a:moveTo>
                <a:lnTo>
                  <a:pt x="9139239" y="752995"/>
                </a:lnTo>
                <a:lnTo>
                  <a:pt x="9047261" y="779881"/>
                </a:lnTo>
                <a:cubicBezTo>
                  <a:pt x="8821055" y="864319"/>
                  <a:pt x="8650738" y="1058403"/>
                  <a:pt x="8604122" y="1295446"/>
                </a:cubicBezTo>
                <a:cubicBezTo>
                  <a:pt x="8844913" y="1243696"/>
                  <a:pt x="9039501" y="1072773"/>
                  <a:pt x="9120077" y="849365"/>
                </a:cubicBezTo>
                <a:lnTo>
                  <a:pt x="9139239" y="780178"/>
                </a:lnTo>
                <a:lnTo>
                  <a:pt x="9139239" y="1085737"/>
                </a:lnTo>
                <a:lnTo>
                  <a:pt x="9135069" y="1092549"/>
                </a:lnTo>
                <a:cubicBezTo>
                  <a:pt x="9008919" y="1266178"/>
                  <a:pt x="8815033" y="1389778"/>
                  <a:pt x="8590751" y="1426902"/>
                </a:cubicBezTo>
                <a:lnTo>
                  <a:pt x="8590635" y="1428050"/>
                </a:lnTo>
                <a:cubicBezTo>
                  <a:pt x="8585324" y="1429061"/>
                  <a:pt x="8579995" y="1430009"/>
                  <a:pt x="8574418" y="1429590"/>
                </a:cubicBezTo>
                <a:cubicBezTo>
                  <a:pt x="8543246" y="1435144"/>
                  <a:pt x="8511366" y="1438125"/>
                  <a:pt x="8478991" y="1438652"/>
                </a:cubicBezTo>
                <a:lnTo>
                  <a:pt x="8461873" y="1440278"/>
                </a:lnTo>
                <a:lnTo>
                  <a:pt x="8461847" y="1439783"/>
                </a:lnTo>
                <a:lnTo>
                  <a:pt x="8461348" y="1439816"/>
                </a:lnTo>
                <a:cubicBezTo>
                  <a:pt x="8460782" y="1436014"/>
                  <a:pt x="8460755" y="1432198"/>
                  <a:pt x="8460755" y="1428376"/>
                </a:cubicBezTo>
                <a:cubicBezTo>
                  <a:pt x="8460755" y="1422694"/>
                  <a:pt x="8460814" y="1417025"/>
                  <a:pt x="8462126" y="1411395"/>
                </a:cubicBezTo>
                <a:cubicBezTo>
                  <a:pt x="8462083" y="1380067"/>
                  <a:pt x="8464533" y="1349182"/>
                  <a:pt x="8469590" y="1318938"/>
                </a:cubicBezTo>
                <a:lnTo>
                  <a:pt x="8470130" y="1312248"/>
                </a:lnTo>
                <a:cubicBezTo>
                  <a:pt x="8470299" y="1312243"/>
                  <a:pt x="8470468" y="1312238"/>
                  <a:pt x="8470636" y="1312185"/>
                </a:cubicBezTo>
                <a:cubicBezTo>
                  <a:pt x="8514628" y="1003427"/>
                  <a:pt x="8735297" y="749863"/>
                  <a:pt x="9030178" y="651504"/>
                </a:cubicBezTo>
                <a:close/>
                <a:moveTo>
                  <a:pt x="7620280" y="605769"/>
                </a:moveTo>
                <a:lnTo>
                  <a:pt x="7637367" y="607392"/>
                </a:lnTo>
                <a:cubicBezTo>
                  <a:pt x="7669753" y="607919"/>
                  <a:pt x="7701646" y="610900"/>
                  <a:pt x="7732829" y="616457"/>
                </a:cubicBezTo>
                <a:cubicBezTo>
                  <a:pt x="7738405" y="616038"/>
                  <a:pt x="7743733" y="616986"/>
                  <a:pt x="7749042" y="617996"/>
                </a:cubicBezTo>
                <a:lnTo>
                  <a:pt x="7749159" y="619144"/>
                </a:lnTo>
                <a:cubicBezTo>
                  <a:pt x="8108009" y="678542"/>
                  <a:pt x="8389048" y="959319"/>
                  <a:pt x="8439324" y="1312185"/>
                </a:cubicBezTo>
                <a:cubicBezTo>
                  <a:pt x="8439492" y="1312238"/>
                  <a:pt x="8439661" y="1312243"/>
                  <a:pt x="8439830" y="1312248"/>
                </a:cubicBezTo>
                <a:lnTo>
                  <a:pt x="8440370" y="1318938"/>
                </a:lnTo>
                <a:cubicBezTo>
                  <a:pt x="8445427" y="1349182"/>
                  <a:pt x="8447877" y="1380067"/>
                  <a:pt x="8447834" y="1411395"/>
                </a:cubicBezTo>
                <a:cubicBezTo>
                  <a:pt x="8449146" y="1417025"/>
                  <a:pt x="8449205" y="1422694"/>
                  <a:pt x="8449205" y="1428376"/>
                </a:cubicBezTo>
                <a:cubicBezTo>
                  <a:pt x="8449205" y="1432198"/>
                  <a:pt x="8449178" y="1436014"/>
                  <a:pt x="8448612" y="1439816"/>
                </a:cubicBezTo>
                <a:lnTo>
                  <a:pt x="8448113" y="1439783"/>
                </a:lnTo>
                <a:lnTo>
                  <a:pt x="8448087" y="1440278"/>
                </a:lnTo>
                <a:lnTo>
                  <a:pt x="8430969" y="1438652"/>
                </a:lnTo>
                <a:cubicBezTo>
                  <a:pt x="8398594" y="1438125"/>
                  <a:pt x="8366714" y="1435144"/>
                  <a:pt x="8335542" y="1429590"/>
                </a:cubicBezTo>
                <a:cubicBezTo>
                  <a:pt x="8329965" y="1430009"/>
                  <a:pt x="8324636" y="1429061"/>
                  <a:pt x="8319325" y="1428050"/>
                </a:cubicBezTo>
                <a:lnTo>
                  <a:pt x="8319209" y="1426902"/>
                </a:lnTo>
                <a:cubicBezTo>
                  <a:pt x="7960358" y="1367503"/>
                  <a:pt x="7679319" y="1086726"/>
                  <a:pt x="7629044" y="733861"/>
                </a:cubicBezTo>
                <a:cubicBezTo>
                  <a:pt x="7628876" y="733808"/>
                  <a:pt x="7628708" y="733803"/>
                  <a:pt x="7628538" y="733798"/>
                </a:cubicBezTo>
                <a:lnTo>
                  <a:pt x="7628000" y="727122"/>
                </a:lnTo>
                <a:cubicBezTo>
                  <a:pt x="7622941" y="696872"/>
                  <a:pt x="7620490" y="665981"/>
                  <a:pt x="7620533" y="634646"/>
                </a:cubicBezTo>
                <a:cubicBezTo>
                  <a:pt x="7619221" y="629018"/>
                  <a:pt x="7619162" y="623351"/>
                  <a:pt x="7619162" y="617670"/>
                </a:cubicBezTo>
                <a:lnTo>
                  <a:pt x="7619756" y="606230"/>
                </a:lnTo>
                <a:lnTo>
                  <a:pt x="7620254" y="606263"/>
                </a:lnTo>
                <a:close/>
                <a:moveTo>
                  <a:pt x="7597529" y="605769"/>
                </a:moveTo>
                <a:lnTo>
                  <a:pt x="7597555" y="606263"/>
                </a:lnTo>
                <a:lnTo>
                  <a:pt x="7598053" y="606230"/>
                </a:lnTo>
                <a:lnTo>
                  <a:pt x="7598647" y="617670"/>
                </a:lnTo>
                <a:cubicBezTo>
                  <a:pt x="7598647" y="623351"/>
                  <a:pt x="7598588" y="629018"/>
                  <a:pt x="7597276" y="634646"/>
                </a:cubicBezTo>
                <a:cubicBezTo>
                  <a:pt x="7597319" y="665981"/>
                  <a:pt x="7594868" y="696872"/>
                  <a:pt x="7589809" y="727122"/>
                </a:cubicBezTo>
                <a:lnTo>
                  <a:pt x="7589271" y="733798"/>
                </a:lnTo>
                <a:cubicBezTo>
                  <a:pt x="7589101" y="733803"/>
                  <a:pt x="7588933" y="733808"/>
                  <a:pt x="7588765" y="733861"/>
                </a:cubicBezTo>
                <a:cubicBezTo>
                  <a:pt x="7538490" y="1086726"/>
                  <a:pt x="7257451" y="1367503"/>
                  <a:pt x="6898600" y="1426902"/>
                </a:cubicBezTo>
                <a:lnTo>
                  <a:pt x="6898484" y="1428050"/>
                </a:lnTo>
                <a:cubicBezTo>
                  <a:pt x="6893173" y="1429061"/>
                  <a:pt x="6887844" y="1430009"/>
                  <a:pt x="6882267" y="1429590"/>
                </a:cubicBezTo>
                <a:cubicBezTo>
                  <a:pt x="6851095" y="1435144"/>
                  <a:pt x="6819215" y="1438125"/>
                  <a:pt x="6786841" y="1438652"/>
                </a:cubicBezTo>
                <a:lnTo>
                  <a:pt x="6769722" y="1440278"/>
                </a:lnTo>
                <a:lnTo>
                  <a:pt x="6769696" y="1439783"/>
                </a:lnTo>
                <a:lnTo>
                  <a:pt x="6769197" y="1439816"/>
                </a:lnTo>
                <a:cubicBezTo>
                  <a:pt x="6768631" y="1436014"/>
                  <a:pt x="6768604" y="1432198"/>
                  <a:pt x="6768604" y="1428376"/>
                </a:cubicBezTo>
                <a:cubicBezTo>
                  <a:pt x="6768604" y="1422694"/>
                  <a:pt x="6768663" y="1417025"/>
                  <a:pt x="6769975" y="1411395"/>
                </a:cubicBezTo>
                <a:cubicBezTo>
                  <a:pt x="6769933" y="1380067"/>
                  <a:pt x="6772382" y="1349182"/>
                  <a:pt x="6777439" y="1318938"/>
                </a:cubicBezTo>
                <a:lnTo>
                  <a:pt x="6777979" y="1312248"/>
                </a:lnTo>
                <a:cubicBezTo>
                  <a:pt x="6778148" y="1312243"/>
                  <a:pt x="6778317" y="1312238"/>
                  <a:pt x="6778485" y="1312185"/>
                </a:cubicBezTo>
                <a:cubicBezTo>
                  <a:pt x="6828761" y="959319"/>
                  <a:pt x="7109800" y="678542"/>
                  <a:pt x="7468650" y="619144"/>
                </a:cubicBezTo>
                <a:lnTo>
                  <a:pt x="7468767" y="617996"/>
                </a:lnTo>
                <a:cubicBezTo>
                  <a:pt x="7474076" y="616986"/>
                  <a:pt x="7479404" y="616038"/>
                  <a:pt x="7484980" y="616457"/>
                </a:cubicBezTo>
                <a:cubicBezTo>
                  <a:pt x="7516163" y="610900"/>
                  <a:pt x="7548056" y="607919"/>
                  <a:pt x="7580442" y="607392"/>
                </a:cubicBezTo>
                <a:close/>
                <a:moveTo>
                  <a:pt x="5928129" y="605769"/>
                </a:moveTo>
                <a:lnTo>
                  <a:pt x="5945217" y="607392"/>
                </a:lnTo>
                <a:cubicBezTo>
                  <a:pt x="5977602" y="607919"/>
                  <a:pt x="6009495" y="610900"/>
                  <a:pt x="6040678" y="616457"/>
                </a:cubicBezTo>
                <a:cubicBezTo>
                  <a:pt x="6046254" y="616038"/>
                  <a:pt x="6051582" y="616986"/>
                  <a:pt x="6056891" y="617996"/>
                </a:cubicBezTo>
                <a:lnTo>
                  <a:pt x="6057008" y="619144"/>
                </a:lnTo>
                <a:cubicBezTo>
                  <a:pt x="6415858" y="678542"/>
                  <a:pt x="6696897" y="959319"/>
                  <a:pt x="6747174" y="1312185"/>
                </a:cubicBezTo>
                <a:cubicBezTo>
                  <a:pt x="6747341" y="1312238"/>
                  <a:pt x="6747511" y="1312243"/>
                  <a:pt x="6747679" y="1312248"/>
                </a:cubicBezTo>
                <a:lnTo>
                  <a:pt x="6748220" y="1318938"/>
                </a:lnTo>
                <a:cubicBezTo>
                  <a:pt x="6753276" y="1349182"/>
                  <a:pt x="6755726" y="1380067"/>
                  <a:pt x="6755684" y="1411395"/>
                </a:cubicBezTo>
                <a:cubicBezTo>
                  <a:pt x="6756996" y="1417025"/>
                  <a:pt x="6757054" y="1422694"/>
                  <a:pt x="6757054" y="1428376"/>
                </a:cubicBezTo>
                <a:cubicBezTo>
                  <a:pt x="6757054" y="1432198"/>
                  <a:pt x="6757027" y="1436014"/>
                  <a:pt x="6756461" y="1439816"/>
                </a:cubicBezTo>
                <a:lnTo>
                  <a:pt x="6755962" y="1439783"/>
                </a:lnTo>
                <a:lnTo>
                  <a:pt x="6755936" y="1440278"/>
                </a:lnTo>
                <a:lnTo>
                  <a:pt x="6738818" y="1438652"/>
                </a:lnTo>
                <a:cubicBezTo>
                  <a:pt x="6706444" y="1438125"/>
                  <a:pt x="6674563" y="1435144"/>
                  <a:pt x="6643391" y="1429590"/>
                </a:cubicBezTo>
                <a:cubicBezTo>
                  <a:pt x="6637814" y="1430009"/>
                  <a:pt x="6632485" y="1429061"/>
                  <a:pt x="6627175" y="1428050"/>
                </a:cubicBezTo>
                <a:lnTo>
                  <a:pt x="6627059" y="1426902"/>
                </a:lnTo>
                <a:cubicBezTo>
                  <a:pt x="6268207" y="1367503"/>
                  <a:pt x="5987168" y="1086726"/>
                  <a:pt x="5936893" y="733861"/>
                </a:cubicBezTo>
                <a:cubicBezTo>
                  <a:pt x="5936725" y="733808"/>
                  <a:pt x="5936557" y="733803"/>
                  <a:pt x="5936387" y="733798"/>
                </a:cubicBezTo>
                <a:lnTo>
                  <a:pt x="5935849" y="727122"/>
                </a:lnTo>
                <a:cubicBezTo>
                  <a:pt x="5930790" y="696872"/>
                  <a:pt x="5928340" y="665981"/>
                  <a:pt x="5928382" y="634646"/>
                </a:cubicBezTo>
                <a:cubicBezTo>
                  <a:pt x="5927070" y="629018"/>
                  <a:pt x="5927011" y="623351"/>
                  <a:pt x="5927011" y="617670"/>
                </a:cubicBezTo>
                <a:lnTo>
                  <a:pt x="5927605" y="606230"/>
                </a:lnTo>
                <a:lnTo>
                  <a:pt x="5928103" y="606263"/>
                </a:lnTo>
                <a:close/>
                <a:moveTo>
                  <a:pt x="5905378" y="605769"/>
                </a:moveTo>
                <a:lnTo>
                  <a:pt x="5905404" y="606263"/>
                </a:lnTo>
                <a:lnTo>
                  <a:pt x="5905902" y="606230"/>
                </a:lnTo>
                <a:lnTo>
                  <a:pt x="5906496" y="617670"/>
                </a:lnTo>
                <a:cubicBezTo>
                  <a:pt x="5906496" y="623351"/>
                  <a:pt x="5906438" y="629018"/>
                  <a:pt x="5905126" y="634646"/>
                </a:cubicBezTo>
                <a:cubicBezTo>
                  <a:pt x="5905168" y="665981"/>
                  <a:pt x="5902717" y="696872"/>
                  <a:pt x="5897659" y="727122"/>
                </a:cubicBezTo>
                <a:lnTo>
                  <a:pt x="5897120" y="733798"/>
                </a:lnTo>
                <a:cubicBezTo>
                  <a:pt x="5896951" y="733803"/>
                  <a:pt x="5896782" y="733808"/>
                  <a:pt x="5896615" y="733861"/>
                </a:cubicBezTo>
                <a:cubicBezTo>
                  <a:pt x="5846339" y="1086726"/>
                  <a:pt x="5565300" y="1367503"/>
                  <a:pt x="5206449" y="1426902"/>
                </a:cubicBezTo>
                <a:lnTo>
                  <a:pt x="5206334" y="1428050"/>
                </a:lnTo>
                <a:cubicBezTo>
                  <a:pt x="5201022" y="1429061"/>
                  <a:pt x="5195693" y="1430009"/>
                  <a:pt x="5190116" y="1429590"/>
                </a:cubicBezTo>
                <a:cubicBezTo>
                  <a:pt x="5158944" y="1435144"/>
                  <a:pt x="5127065" y="1438125"/>
                  <a:pt x="5094690" y="1438652"/>
                </a:cubicBezTo>
                <a:lnTo>
                  <a:pt x="5077571" y="1440278"/>
                </a:lnTo>
                <a:lnTo>
                  <a:pt x="5077545" y="1439783"/>
                </a:lnTo>
                <a:lnTo>
                  <a:pt x="5077046" y="1439816"/>
                </a:lnTo>
                <a:cubicBezTo>
                  <a:pt x="5076480" y="1436014"/>
                  <a:pt x="5076453" y="1432198"/>
                  <a:pt x="5076453" y="1428376"/>
                </a:cubicBezTo>
                <a:cubicBezTo>
                  <a:pt x="5076453" y="1422694"/>
                  <a:pt x="5076512" y="1417025"/>
                  <a:pt x="5077824" y="1411395"/>
                </a:cubicBezTo>
                <a:cubicBezTo>
                  <a:pt x="5077782" y="1380067"/>
                  <a:pt x="5080231" y="1349182"/>
                  <a:pt x="5085288" y="1318938"/>
                </a:cubicBezTo>
                <a:lnTo>
                  <a:pt x="5085828" y="1312248"/>
                </a:lnTo>
                <a:cubicBezTo>
                  <a:pt x="5085997" y="1312243"/>
                  <a:pt x="5086166" y="1312238"/>
                  <a:pt x="5086334" y="1312185"/>
                </a:cubicBezTo>
                <a:cubicBezTo>
                  <a:pt x="5136610" y="959319"/>
                  <a:pt x="5417649" y="678542"/>
                  <a:pt x="5776501" y="619144"/>
                </a:cubicBezTo>
                <a:lnTo>
                  <a:pt x="5776617" y="617996"/>
                </a:lnTo>
                <a:cubicBezTo>
                  <a:pt x="5781926" y="616986"/>
                  <a:pt x="5787253" y="616038"/>
                  <a:pt x="5792829" y="616457"/>
                </a:cubicBezTo>
                <a:cubicBezTo>
                  <a:pt x="5824013" y="610900"/>
                  <a:pt x="5855905" y="607919"/>
                  <a:pt x="5888291" y="607392"/>
                </a:cubicBezTo>
                <a:close/>
                <a:moveTo>
                  <a:pt x="4235979" y="605769"/>
                </a:moveTo>
                <a:lnTo>
                  <a:pt x="4253065" y="607392"/>
                </a:lnTo>
                <a:cubicBezTo>
                  <a:pt x="4285451" y="607919"/>
                  <a:pt x="4317343" y="610900"/>
                  <a:pt x="4348528" y="616457"/>
                </a:cubicBezTo>
                <a:cubicBezTo>
                  <a:pt x="4354104" y="616038"/>
                  <a:pt x="4359431" y="616986"/>
                  <a:pt x="4364739" y="617996"/>
                </a:cubicBezTo>
                <a:lnTo>
                  <a:pt x="4364856" y="619144"/>
                </a:lnTo>
                <a:cubicBezTo>
                  <a:pt x="4723707" y="678542"/>
                  <a:pt x="5004746" y="959319"/>
                  <a:pt x="5055022" y="1312185"/>
                </a:cubicBezTo>
                <a:cubicBezTo>
                  <a:pt x="5055190" y="1312238"/>
                  <a:pt x="5055359" y="1312243"/>
                  <a:pt x="5055528" y="1312248"/>
                </a:cubicBezTo>
                <a:lnTo>
                  <a:pt x="5056068" y="1318938"/>
                </a:lnTo>
                <a:cubicBezTo>
                  <a:pt x="5061125" y="1349182"/>
                  <a:pt x="5063574" y="1380067"/>
                  <a:pt x="5063532" y="1411395"/>
                </a:cubicBezTo>
                <a:cubicBezTo>
                  <a:pt x="5064844" y="1417025"/>
                  <a:pt x="5064903" y="1422694"/>
                  <a:pt x="5064903" y="1428376"/>
                </a:cubicBezTo>
                <a:cubicBezTo>
                  <a:pt x="5064903" y="1432198"/>
                  <a:pt x="5064876" y="1436014"/>
                  <a:pt x="5064310" y="1439816"/>
                </a:cubicBezTo>
                <a:lnTo>
                  <a:pt x="5063811" y="1439783"/>
                </a:lnTo>
                <a:lnTo>
                  <a:pt x="5063785" y="1440278"/>
                </a:lnTo>
                <a:lnTo>
                  <a:pt x="5046666" y="1438652"/>
                </a:lnTo>
                <a:cubicBezTo>
                  <a:pt x="5014292" y="1438125"/>
                  <a:pt x="4982412" y="1435144"/>
                  <a:pt x="4951241" y="1429590"/>
                </a:cubicBezTo>
                <a:cubicBezTo>
                  <a:pt x="4945663" y="1430009"/>
                  <a:pt x="4940334" y="1429061"/>
                  <a:pt x="4935023" y="1428050"/>
                </a:cubicBezTo>
                <a:lnTo>
                  <a:pt x="4934907" y="1426902"/>
                </a:lnTo>
                <a:cubicBezTo>
                  <a:pt x="4576056" y="1367503"/>
                  <a:pt x="4295017" y="1086726"/>
                  <a:pt x="4244741" y="733861"/>
                </a:cubicBezTo>
                <a:cubicBezTo>
                  <a:pt x="4244574" y="733808"/>
                  <a:pt x="4244405" y="733803"/>
                  <a:pt x="4244236" y="733798"/>
                </a:cubicBezTo>
                <a:lnTo>
                  <a:pt x="4243697" y="727122"/>
                </a:lnTo>
                <a:cubicBezTo>
                  <a:pt x="4238639" y="696872"/>
                  <a:pt x="4236188" y="665981"/>
                  <a:pt x="4236230" y="634646"/>
                </a:cubicBezTo>
                <a:cubicBezTo>
                  <a:pt x="4234918" y="629018"/>
                  <a:pt x="4234860" y="623351"/>
                  <a:pt x="4234860" y="617670"/>
                </a:cubicBezTo>
                <a:lnTo>
                  <a:pt x="4235454" y="606230"/>
                </a:lnTo>
                <a:lnTo>
                  <a:pt x="4235952" y="606263"/>
                </a:lnTo>
                <a:close/>
                <a:moveTo>
                  <a:pt x="4213227" y="605769"/>
                </a:moveTo>
                <a:lnTo>
                  <a:pt x="4213253" y="606263"/>
                </a:lnTo>
                <a:lnTo>
                  <a:pt x="4213751" y="606230"/>
                </a:lnTo>
                <a:lnTo>
                  <a:pt x="4214345" y="617670"/>
                </a:lnTo>
                <a:cubicBezTo>
                  <a:pt x="4214345" y="623351"/>
                  <a:pt x="4214286" y="629018"/>
                  <a:pt x="4212974" y="634646"/>
                </a:cubicBezTo>
                <a:cubicBezTo>
                  <a:pt x="4213016" y="665981"/>
                  <a:pt x="4210566" y="696872"/>
                  <a:pt x="4205507" y="727122"/>
                </a:cubicBezTo>
                <a:lnTo>
                  <a:pt x="4204969" y="733798"/>
                </a:lnTo>
                <a:cubicBezTo>
                  <a:pt x="4204799" y="733803"/>
                  <a:pt x="4204631" y="733808"/>
                  <a:pt x="4204463" y="733861"/>
                </a:cubicBezTo>
                <a:cubicBezTo>
                  <a:pt x="4154188" y="1086726"/>
                  <a:pt x="3873149" y="1367503"/>
                  <a:pt x="3514297" y="1426902"/>
                </a:cubicBezTo>
                <a:lnTo>
                  <a:pt x="3514181" y="1428050"/>
                </a:lnTo>
                <a:cubicBezTo>
                  <a:pt x="3508871" y="1429061"/>
                  <a:pt x="3503542" y="1430009"/>
                  <a:pt x="3497965" y="1429590"/>
                </a:cubicBezTo>
                <a:cubicBezTo>
                  <a:pt x="3466793" y="1435144"/>
                  <a:pt x="3434912" y="1438125"/>
                  <a:pt x="3402538" y="1438652"/>
                </a:cubicBezTo>
                <a:lnTo>
                  <a:pt x="3385420" y="1440278"/>
                </a:lnTo>
                <a:lnTo>
                  <a:pt x="3385394" y="1439783"/>
                </a:lnTo>
                <a:lnTo>
                  <a:pt x="3384895" y="1439816"/>
                </a:lnTo>
                <a:cubicBezTo>
                  <a:pt x="3384329" y="1436014"/>
                  <a:pt x="3384302" y="1432198"/>
                  <a:pt x="3384302" y="1428376"/>
                </a:cubicBezTo>
                <a:cubicBezTo>
                  <a:pt x="3384302" y="1422694"/>
                  <a:pt x="3384360" y="1417025"/>
                  <a:pt x="3385672" y="1411395"/>
                </a:cubicBezTo>
                <a:cubicBezTo>
                  <a:pt x="3385630" y="1380067"/>
                  <a:pt x="3388080" y="1349182"/>
                  <a:pt x="3393136" y="1318938"/>
                </a:cubicBezTo>
                <a:lnTo>
                  <a:pt x="3393677" y="1312248"/>
                </a:lnTo>
                <a:cubicBezTo>
                  <a:pt x="3393845" y="1312243"/>
                  <a:pt x="3394015" y="1312238"/>
                  <a:pt x="3394182" y="1312185"/>
                </a:cubicBezTo>
                <a:cubicBezTo>
                  <a:pt x="3444459" y="959319"/>
                  <a:pt x="3725498" y="678542"/>
                  <a:pt x="4084348" y="619144"/>
                </a:cubicBezTo>
                <a:lnTo>
                  <a:pt x="4084465" y="617996"/>
                </a:lnTo>
                <a:cubicBezTo>
                  <a:pt x="4089774" y="616986"/>
                  <a:pt x="4095102" y="616038"/>
                  <a:pt x="4100678" y="616457"/>
                </a:cubicBezTo>
                <a:cubicBezTo>
                  <a:pt x="4131861" y="610900"/>
                  <a:pt x="4163754" y="607919"/>
                  <a:pt x="4196139" y="607392"/>
                </a:cubicBezTo>
                <a:close/>
                <a:moveTo>
                  <a:pt x="2543827" y="605769"/>
                </a:moveTo>
                <a:lnTo>
                  <a:pt x="2560914" y="607392"/>
                </a:lnTo>
                <a:cubicBezTo>
                  <a:pt x="2593300" y="607919"/>
                  <a:pt x="2625192" y="610900"/>
                  <a:pt x="2656376" y="616457"/>
                </a:cubicBezTo>
                <a:cubicBezTo>
                  <a:pt x="2661952" y="616038"/>
                  <a:pt x="2667280" y="616986"/>
                  <a:pt x="2672588" y="617996"/>
                </a:cubicBezTo>
                <a:lnTo>
                  <a:pt x="2672706" y="619144"/>
                </a:lnTo>
                <a:cubicBezTo>
                  <a:pt x="3031556" y="678542"/>
                  <a:pt x="3312595" y="959319"/>
                  <a:pt x="3362871" y="1312185"/>
                </a:cubicBezTo>
                <a:cubicBezTo>
                  <a:pt x="3363039" y="1312238"/>
                  <a:pt x="3363208" y="1312243"/>
                  <a:pt x="3363377" y="1312248"/>
                </a:cubicBezTo>
                <a:lnTo>
                  <a:pt x="3363917" y="1318938"/>
                </a:lnTo>
                <a:cubicBezTo>
                  <a:pt x="3368974" y="1349182"/>
                  <a:pt x="3371423" y="1380067"/>
                  <a:pt x="3371381" y="1411395"/>
                </a:cubicBezTo>
                <a:cubicBezTo>
                  <a:pt x="3372693" y="1417025"/>
                  <a:pt x="3372752" y="1422694"/>
                  <a:pt x="3372752" y="1428376"/>
                </a:cubicBezTo>
                <a:cubicBezTo>
                  <a:pt x="3372752" y="1432198"/>
                  <a:pt x="3372725" y="1436014"/>
                  <a:pt x="3372159" y="1439816"/>
                </a:cubicBezTo>
                <a:lnTo>
                  <a:pt x="3371660" y="1439783"/>
                </a:lnTo>
                <a:lnTo>
                  <a:pt x="3371634" y="1440278"/>
                </a:lnTo>
                <a:lnTo>
                  <a:pt x="3354515" y="1438652"/>
                </a:lnTo>
                <a:cubicBezTo>
                  <a:pt x="3322141" y="1438125"/>
                  <a:pt x="3290261" y="1435144"/>
                  <a:pt x="3259089" y="1429590"/>
                </a:cubicBezTo>
                <a:cubicBezTo>
                  <a:pt x="3253512" y="1430009"/>
                  <a:pt x="3248183" y="1429061"/>
                  <a:pt x="3242872" y="1428050"/>
                </a:cubicBezTo>
                <a:lnTo>
                  <a:pt x="3242756" y="1426902"/>
                </a:lnTo>
                <a:cubicBezTo>
                  <a:pt x="2883905" y="1367503"/>
                  <a:pt x="2602866" y="1086726"/>
                  <a:pt x="2552590" y="733861"/>
                </a:cubicBezTo>
                <a:cubicBezTo>
                  <a:pt x="2552423" y="733808"/>
                  <a:pt x="2552254" y="733803"/>
                  <a:pt x="2552085" y="733798"/>
                </a:cubicBezTo>
                <a:lnTo>
                  <a:pt x="2551547" y="727122"/>
                </a:lnTo>
                <a:cubicBezTo>
                  <a:pt x="2546488" y="696872"/>
                  <a:pt x="2544037" y="665981"/>
                  <a:pt x="2544079" y="634646"/>
                </a:cubicBezTo>
                <a:cubicBezTo>
                  <a:pt x="2542767" y="629018"/>
                  <a:pt x="2542709" y="623351"/>
                  <a:pt x="2542709" y="617670"/>
                </a:cubicBezTo>
                <a:lnTo>
                  <a:pt x="2543303" y="606230"/>
                </a:lnTo>
                <a:lnTo>
                  <a:pt x="2543801" y="606263"/>
                </a:lnTo>
                <a:close/>
                <a:moveTo>
                  <a:pt x="2521076" y="605769"/>
                </a:moveTo>
                <a:lnTo>
                  <a:pt x="2521102" y="606263"/>
                </a:lnTo>
                <a:lnTo>
                  <a:pt x="2521600" y="606230"/>
                </a:lnTo>
                <a:lnTo>
                  <a:pt x="2522194" y="617670"/>
                </a:lnTo>
                <a:cubicBezTo>
                  <a:pt x="2522194" y="623351"/>
                  <a:pt x="2522135" y="629018"/>
                  <a:pt x="2520823" y="634646"/>
                </a:cubicBezTo>
                <a:cubicBezTo>
                  <a:pt x="2520865" y="665981"/>
                  <a:pt x="2518415" y="696872"/>
                  <a:pt x="2513356" y="727122"/>
                </a:cubicBezTo>
                <a:lnTo>
                  <a:pt x="2512818" y="733798"/>
                </a:lnTo>
                <a:cubicBezTo>
                  <a:pt x="2512648" y="733803"/>
                  <a:pt x="2512480" y="733808"/>
                  <a:pt x="2512312" y="733861"/>
                </a:cubicBezTo>
                <a:cubicBezTo>
                  <a:pt x="2462037" y="1086726"/>
                  <a:pt x="2180998" y="1367503"/>
                  <a:pt x="1822147" y="1426902"/>
                </a:cubicBezTo>
                <a:lnTo>
                  <a:pt x="1822030" y="1428050"/>
                </a:lnTo>
                <a:cubicBezTo>
                  <a:pt x="1816720" y="1429061"/>
                  <a:pt x="1811391" y="1430009"/>
                  <a:pt x="1805814" y="1429590"/>
                </a:cubicBezTo>
                <a:cubicBezTo>
                  <a:pt x="1774642" y="1435144"/>
                  <a:pt x="1742762" y="1438125"/>
                  <a:pt x="1710387" y="1438652"/>
                </a:cubicBezTo>
                <a:lnTo>
                  <a:pt x="1693269" y="1440278"/>
                </a:lnTo>
                <a:lnTo>
                  <a:pt x="1693243" y="1439783"/>
                </a:lnTo>
                <a:lnTo>
                  <a:pt x="1692744" y="1439816"/>
                </a:lnTo>
                <a:cubicBezTo>
                  <a:pt x="1692178" y="1436014"/>
                  <a:pt x="1692151" y="1432198"/>
                  <a:pt x="1692151" y="1428376"/>
                </a:cubicBezTo>
                <a:cubicBezTo>
                  <a:pt x="1692151" y="1422694"/>
                  <a:pt x="1692209" y="1417025"/>
                  <a:pt x="1693521" y="1411395"/>
                </a:cubicBezTo>
                <a:cubicBezTo>
                  <a:pt x="1693479" y="1380067"/>
                  <a:pt x="1695929" y="1349182"/>
                  <a:pt x="1700985" y="1318938"/>
                </a:cubicBezTo>
                <a:lnTo>
                  <a:pt x="1701526" y="1312248"/>
                </a:lnTo>
                <a:cubicBezTo>
                  <a:pt x="1701694" y="1312243"/>
                  <a:pt x="1701864" y="1312238"/>
                  <a:pt x="1702031" y="1312185"/>
                </a:cubicBezTo>
                <a:cubicBezTo>
                  <a:pt x="1752308" y="959319"/>
                  <a:pt x="2033347" y="678542"/>
                  <a:pt x="2392197" y="619144"/>
                </a:cubicBezTo>
                <a:lnTo>
                  <a:pt x="2392314" y="617996"/>
                </a:lnTo>
                <a:cubicBezTo>
                  <a:pt x="2397623" y="616986"/>
                  <a:pt x="2402951" y="616038"/>
                  <a:pt x="2408527" y="616457"/>
                </a:cubicBezTo>
                <a:cubicBezTo>
                  <a:pt x="2439710" y="610900"/>
                  <a:pt x="2471603" y="607919"/>
                  <a:pt x="2503988" y="607392"/>
                </a:cubicBezTo>
                <a:close/>
                <a:moveTo>
                  <a:pt x="851676" y="605769"/>
                </a:moveTo>
                <a:lnTo>
                  <a:pt x="868763" y="607392"/>
                </a:lnTo>
                <a:cubicBezTo>
                  <a:pt x="901149" y="607919"/>
                  <a:pt x="933041" y="610900"/>
                  <a:pt x="964225" y="616457"/>
                </a:cubicBezTo>
                <a:cubicBezTo>
                  <a:pt x="969801" y="616038"/>
                  <a:pt x="975129" y="616986"/>
                  <a:pt x="980437" y="617996"/>
                </a:cubicBezTo>
                <a:lnTo>
                  <a:pt x="980555" y="619144"/>
                </a:lnTo>
                <a:cubicBezTo>
                  <a:pt x="1339405" y="678542"/>
                  <a:pt x="1620444" y="959319"/>
                  <a:pt x="1670720" y="1312185"/>
                </a:cubicBezTo>
                <a:cubicBezTo>
                  <a:pt x="1670888" y="1312238"/>
                  <a:pt x="1671057" y="1312243"/>
                  <a:pt x="1671226" y="1312248"/>
                </a:cubicBezTo>
                <a:lnTo>
                  <a:pt x="1671766" y="1318938"/>
                </a:lnTo>
                <a:cubicBezTo>
                  <a:pt x="1676823" y="1349182"/>
                  <a:pt x="1679272" y="1380067"/>
                  <a:pt x="1679230" y="1411395"/>
                </a:cubicBezTo>
                <a:cubicBezTo>
                  <a:pt x="1680542" y="1417025"/>
                  <a:pt x="1680601" y="1422694"/>
                  <a:pt x="1680601" y="1428376"/>
                </a:cubicBezTo>
                <a:cubicBezTo>
                  <a:pt x="1680601" y="1432198"/>
                  <a:pt x="1680574" y="1436014"/>
                  <a:pt x="1680008" y="1439816"/>
                </a:cubicBezTo>
                <a:lnTo>
                  <a:pt x="1679509" y="1439783"/>
                </a:lnTo>
                <a:lnTo>
                  <a:pt x="1679483" y="1440278"/>
                </a:lnTo>
                <a:lnTo>
                  <a:pt x="1662364" y="1438652"/>
                </a:lnTo>
                <a:cubicBezTo>
                  <a:pt x="1629990" y="1438125"/>
                  <a:pt x="1598110" y="1435144"/>
                  <a:pt x="1566938" y="1429590"/>
                </a:cubicBezTo>
                <a:cubicBezTo>
                  <a:pt x="1561361" y="1430009"/>
                  <a:pt x="1556032" y="1429061"/>
                  <a:pt x="1550721" y="1428050"/>
                </a:cubicBezTo>
                <a:lnTo>
                  <a:pt x="1550605" y="1426902"/>
                </a:lnTo>
                <a:cubicBezTo>
                  <a:pt x="1191754" y="1367503"/>
                  <a:pt x="910715" y="1086726"/>
                  <a:pt x="860439" y="733861"/>
                </a:cubicBezTo>
                <a:cubicBezTo>
                  <a:pt x="860272" y="733808"/>
                  <a:pt x="860103" y="733803"/>
                  <a:pt x="859934" y="733798"/>
                </a:cubicBezTo>
                <a:lnTo>
                  <a:pt x="859396" y="727122"/>
                </a:lnTo>
                <a:cubicBezTo>
                  <a:pt x="854337" y="696872"/>
                  <a:pt x="851886" y="665981"/>
                  <a:pt x="851928" y="634646"/>
                </a:cubicBezTo>
                <a:cubicBezTo>
                  <a:pt x="850616" y="629018"/>
                  <a:pt x="850558" y="623351"/>
                  <a:pt x="850558" y="617670"/>
                </a:cubicBezTo>
                <a:lnTo>
                  <a:pt x="851152" y="606230"/>
                </a:lnTo>
                <a:lnTo>
                  <a:pt x="851650" y="606263"/>
                </a:lnTo>
                <a:close/>
                <a:moveTo>
                  <a:pt x="828925" y="605769"/>
                </a:moveTo>
                <a:lnTo>
                  <a:pt x="828951" y="606263"/>
                </a:lnTo>
                <a:lnTo>
                  <a:pt x="829449" y="606230"/>
                </a:lnTo>
                <a:lnTo>
                  <a:pt x="830043" y="617670"/>
                </a:lnTo>
                <a:cubicBezTo>
                  <a:pt x="830043" y="623351"/>
                  <a:pt x="829984" y="629018"/>
                  <a:pt x="828672" y="634646"/>
                </a:cubicBezTo>
                <a:cubicBezTo>
                  <a:pt x="828714" y="665981"/>
                  <a:pt x="826264" y="696872"/>
                  <a:pt x="821205" y="727122"/>
                </a:cubicBezTo>
                <a:lnTo>
                  <a:pt x="820667" y="733798"/>
                </a:lnTo>
                <a:cubicBezTo>
                  <a:pt x="820497" y="733803"/>
                  <a:pt x="820329" y="733808"/>
                  <a:pt x="820161" y="733861"/>
                </a:cubicBezTo>
                <a:cubicBezTo>
                  <a:pt x="769886" y="1086726"/>
                  <a:pt x="488847" y="1367503"/>
                  <a:pt x="129995" y="1426902"/>
                </a:cubicBezTo>
                <a:lnTo>
                  <a:pt x="129879" y="1428050"/>
                </a:lnTo>
                <a:cubicBezTo>
                  <a:pt x="124569" y="1429061"/>
                  <a:pt x="119240" y="1430009"/>
                  <a:pt x="113663" y="1429590"/>
                </a:cubicBezTo>
                <a:cubicBezTo>
                  <a:pt x="82491" y="1435144"/>
                  <a:pt x="50611" y="1438125"/>
                  <a:pt x="18236" y="1438652"/>
                </a:cubicBezTo>
                <a:lnTo>
                  <a:pt x="1118" y="1440278"/>
                </a:lnTo>
                <a:lnTo>
                  <a:pt x="1092" y="1439783"/>
                </a:lnTo>
                <a:lnTo>
                  <a:pt x="593" y="1439816"/>
                </a:lnTo>
                <a:cubicBezTo>
                  <a:pt x="27" y="1436014"/>
                  <a:pt x="0" y="1432198"/>
                  <a:pt x="0" y="1428376"/>
                </a:cubicBezTo>
                <a:cubicBezTo>
                  <a:pt x="0" y="1422694"/>
                  <a:pt x="58" y="1417025"/>
                  <a:pt x="1370" y="1411395"/>
                </a:cubicBezTo>
                <a:cubicBezTo>
                  <a:pt x="1328" y="1380067"/>
                  <a:pt x="3778" y="1349182"/>
                  <a:pt x="8835" y="1318938"/>
                </a:cubicBezTo>
                <a:lnTo>
                  <a:pt x="9375" y="1312248"/>
                </a:lnTo>
                <a:cubicBezTo>
                  <a:pt x="9543" y="1312243"/>
                  <a:pt x="9713" y="1312238"/>
                  <a:pt x="9880" y="1312185"/>
                </a:cubicBezTo>
                <a:cubicBezTo>
                  <a:pt x="60157" y="959319"/>
                  <a:pt x="341196" y="678542"/>
                  <a:pt x="700046" y="619144"/>
                </a:cubicBezTo>
                <a:lnTo>
                  <a:pt x="700163" y="617996"/>
                </a:lnTo>
                <a:cubicBezTo>
                  <a:pt x="705472" y="616986"/>
                  <a:pt x="710800" y="616038"/>
                  <a:pt x="716376" y="616457"/>
                </a:cubicBezTo>
                <a:cubicBezTo>
                  <a:pt x="747559" y="610900"/>
                  <a:pt x="779452" y="607919"/>
                  <a:pt x="811837" y="607392"/>
                </a:cubicBezTo>
                <a:close/>
                <a:moveTo>
                  <a:pt x="8824701" y="0"/>
                </a:moveTo>
                <a:lnTo>
                  <a:pt x="9033411" y="0"/>
                </a:lnTo>
                <a:cubicBezTo>
                  <a:pt x="9066347" y="30426"/>
                  <a:pt x="9096640" y="63469"/>
                  <a:pt x="9123965" y="98781"/>
                </a:cubicBezTo>
                <a:lnTo>
                  <a:pt x="9139239" y="122382"/>
                </a:lnTo>
                <a:lnTo>
                  <a:pt x="9139239" y="425734"/>
                </a:lnTo>
                <a:lnTo>
                  <a:pt x="9104305" y="314451"/>
                </a:lnTo>
                <a:cubicBezTo>
                  <a:pt x="9046997" y="183490"/>
                  <a:pt x="8948803" y="73504"/>
                  <a:pt x="8824701" y="0"/>
                </a:cubicBezTo>
                <a:close/>
                <a:moveTo>
                  <a:pt x="8494877" y="0"/>
                </a:moveTo>
                <a:lnTo>
                  <a:pt x="8628893" y="0"/>
                </a:lnTo>
                <a:cubicBezTo>
                  <a:pt x="8697052" y="198004"/>
                  <a:pt x="8856086" y="355591"/>
                  <a:pt x="9058275" y="426756"/>
                </a:cubicBezTo>
                <a:lnTo>
                  <a:pt x="9139239" y="449526"/>
                </a:lnTo>
                <a:lnTo>
                  <a:pt x="9139239" y="577136"/>
                </a:lnTo>
                <a:lnTo>
                  <a:pt x="9043252" y="554355"/>
                </a:lnTo>
                <a:cubicBezTo>
                  <a:pt x="8776836" y="470904"/>
                  <a:pt x="8569058" y="262348"/>
                  <a:pt x="8494877" y="0"/>
                </a:cubicBezTo>
                <a:close/>
                <a:moveTo>
                  <a:pt x="7876547" y="0"/>
                </a:moveTo>
                <a:lnTo>
                  <a:pt x="8085257" y="0"/>
                </a:lnTo>
                <a:cubicBezTo>
                  <a:pt x="7919787" y="98005"/>
                  <a:pt x="7800378" y="260867"/>
                  <a:pt x="7762527" y="451830"/>
                </a:cubicBezTo>
                <a:cubicBezTo>
                  <a:pt x="8006579" y="399791"/>
                  <a:pt x="8203169" y="226290"/>
                  <a:pt x="8281065" y="0"/>
                </a:cubicBezTo>
                <a:lnTo>
                  <a:pt x="8415081" y="0"/>
                </a:lnTo>
                <a:cubicBezTo>
                  <a:pt x="8330303" y="299826"/>
                  <a:pt x="8071031" y="529393"/>
                  <a:pt x="7749156" y="582253"/>
                </a:cubicBezTo>
                <a:lnTo>
                  <a:pt x="7749040" y="583392"/>
                </a:lnTo>
                <a:cubicBezTo>
                  <a:pt x="7743729" y="584395"/>
                  <a:pt x="7738400" y="585336"/>
                  <a:pt x="7732823" y="584920"/>
                </a:cubicBezTo>
                <a:cubicBezTo>
                  <a:pt x="7701651" y="590430"/>
                  <a:pt x="7669771" y="593388"/>
                  <a:pt x="7637396" y="593911"/>
                </a:cubicBezTo>
                <a:lnTo>
                  <a:pt x="7620278" y="595524"/>
                </a:lnTo>
                <a:lnTo>
                  <a:pt x="7620252" y="595033"/>
                </a:lnTo>
                <a:lnTo>
                  <a:pt x="7619753" y="595066"/>
                </a:lnTo>
                <a:cubicBezTo>
                  <a:pt x="7619187" y="591293"/>
                  <a:pt x="7619160" y="587507"/>
                  <a:pt x="7619160" y="583715"/>
                </a:cubicBezTo>
                <a:cubicBezTo>
                  <a:pt x="7619160" y="578078"/>
                  <a:pt x="7619219" y="572454"/>
                  <a:pt x="7620531" y="566868"/>
                </a:cubicBezTo>
                <a:cubicBezTo>
                  <a:pt x="7620488" y="535786"/>
                  <a:pt x="7622938" y="505143"/>
                  <a:pt x="7627995" y="475137"/>
                </a:cubicBezTo>
                <a:lnTo>
                  <a:pt x="7628535" y="468500"/>
                </a:lnTo>
                <a:cubicBezTo>
                  <a:pt x="7628704" y="468495"/>
                  <a:pt x="7628873" y="468490"/>
                  <a:pt x="7629040" y="468437"/>
                </a:cubicBezTo>
                <a:cubicBezTo>
                  <a:pt x="7655343" y="285283"/>
                  <a:pt x="7744803" y="121704"/>
                  <a:pt x="7876547" y="0"/>
                </a:cubicBezTo>
                <a:close/>
                <a:moveTo>
                  <a:pt x="6802727" y="0"/>
                </a:moveTo>
                <a:lnTo>
                  <a:pt x="6936742" y="0"/>
                </a:lnTo>
                <a:cubicBezTo>
                  <a:pt x="7014638" y="226290"/>
                  <a:pt x="7211228" y="399791"/>
                  <a:pt x="7455280" y="451830"/>
                </a:cubicBezTo>
                <a:cubicBezTo>
                  <a:pt x="7417429" y="260867"/>
                  <a:pt x="7298020" y="98005"/>
                  <a:pt x="7132550" y="0"/>
                </a:cubicBezTo>
                <a:lnTo>
                  <a:pt x="7341259" y="0"/>
                </a:lnTo>
                <a:cubicBezTo>
                  <a:pt x="7473003" y="121704"/>
                  <a:pt x="7562464" y="285283"/>
                  <a:pt x="7588766" y="468437"/>
                </a:cubicBezTo>
                <a:cubicBezTo>
                  <a:pt x="7588934" y="468490"/>
                  <a:pt x="7589103" y="468495"/>
                  <a:pt x="7589272" y="468500"/>
                </a:cubicBezTo>
                <a:lnTo>
                  <a:pt x="7589812" y="475137"/>
                </a:lnTo>
                <a:cubicBezTo>
                  <a:pt x="7594869" y="505143"/>
                  <a:pt x="7597319" y="535786"/>
                  <a:pt x="7597276" y="566868"/>
                </a:cubicBezTo>
                <a:cubicBezTo>
                  <a:pt x="7598588" y="572454"/>
                  <a:pt x="7598647" y="578078"/>
                  <a:pt x="7598647" y="583715"/>
                </a:cubicBezTo>
                <a:cubicBezTo>
                  <a:pt x="7598647" y="587507"/>
                  <a:pt x="7598620" y="591293"/>
                  <a:pt x="7598054" y="595066"/>
                </a:cubicBezTo>
                <a:lnTo>
                  <a:pt x="7597555" y="595033"/>
                </a:lnTo>
                <a:lnTo>
                  <a:pt x="7597529" y="595524"/>
                </a:lnTo>
                <a:lnTo>
                  <a:pt x="7580411" y="593911"/>
                </a:lnTo>
                <a:cubicBezTo>
                  <a:pt x="7548036" y="593388"/>
                  <a:pt x="7516156" y="590430"/>
                  <a:pt x="7484984" y="584920"/>
                </a:cubicBezTo>
                <a:cubicBezTo>
                  <a:pt x="7479407" y="585336"/>
                  <a:pt x="7474078" y="584395"/>
                  <a:pt x="7468767" y="583392"/>
                </a:cubicBezTo>
                <a:lnTo>
                  <a:pt x="7468651" y="582253"/>
                </a:lnTo>
                <a:cubicBezTo>
                  <a:pt x="7146776" y="529393"/>
                  <a:pt x="6887504" y="299826"/>
                  <a:pt x="6802727" y="0"/>
                </a:cubicBezTo>
                <a:close/>
                <a:moveTo>
                  <a:pt x="6184397" y="0"/>
                </a:moveTo>
                <a:lnTo>
                  <a:pt x="6393106" y="0"/>
                </a:lnTo>
                <a:cubicBezTo>
                  <a:pt x="6227636" y="98005"/>
                  <a:pt x="6108227" y="260867"/>
                  <a:pt x="6070376" y="451830"/>
                </a:cubicBezTo>
                <a:cubicBezTo>
                  <a:pt x="6314429" y="399791"/>
                  <a:pt x="6511018" y="226290"/>
                  <a:pt x="6588914" y="0"/>
                </a:cubicBezTo>
                <a:lnTo>
                  <a:pt x="6722931" y="0"/>
                </a:lnTo>
                <a:cubicBezTo>
                  <a:pt x="6638152" y="299826"/>
                  <a:pt x="6378880" y="529393"/>
                  <a:pt x="6057005" y="582253"/>
                </a:cubicBezTo>
                <a:lnTo>
                  <a:pt x="6056889" y="583392"/>
                </a:lnTo>
                <a:cubicBezTo>
                  <a:pt x="6051578" y="584395"/>
                  <a:pt x="6046249" y="585336"/>
                  <a:pt x="6040672" y="584920"/>
                </a:cubicBezTo>
                <a:cubicBezTo>
                  <a:pt x="6009500" y="590430"/>
                  <a:pt x="5977620" y="593388"/>
                  <a:pt x="5945246" y="593911"/>
                </a:cubicBezTo>
                <a:lnTo>
                  <a:pt x="5928127" y="595524"/>
                </a:lnTo>
                <a:lnTo>
                  <a:pt x="5928101" y="595033"/>
                </a:lnTo>
                <a:lnTo>
                  <a:pt x="5927602" y="595066"/>
                </a:lnTo>
                <a:cubicBezTo>
                  <a:pt x="5927036" y="591293"/>
                  <a:pt x="5927009" y="587507"/>
                  <a:pt x="5927009" y="583715"/>
                </a:cubicBezTo>
                <a:cubicBezTo>
                  <a:pt x="5927009" y="578078"/>
                  <a:pt x="5927068" y="572454"/>
                  <a:pt x="5928380" y="566868"/>
                </a:cubicBezTo>
                <a:cubicBezTo>
                  <a:pt x="5928338" y="535786"/>
                  <a:pt x="5930787" y="505143"/>
                  <a:pt x="5935844" y="475137"/>
                </a:cubicBezTo>
                <a:lnTo>
                  <a:pt x="5936384" y="468500"/>
                </a:lnTo>
                <a:cubicBezTo>
                  <a:pt x="5936553" y="468495"/>
                  <a:pt x="5936722" y="468490"/>
                  <a:pt x="5936890" y="468437"/>
                </a:cubicBezTo>
                <a:cubicBezTo>
                  <a:pt x="5963192" y="285283"/>
                  <a:pt x="6052653" y="121703"/>
                  <a:pt x="6184397" y="0"/>
                </a:cubicBezTo>
                <a:close/>
                <a:moveTo>
                  <a:pt x="5110576" y="0"/>
                </a:moveTo>
                <a:lnTo>
                  <a:pt x="5244592" y="0"/>
                </a:lnTo>
                <a:cubicBezTo>
                  <a:pt x="5322488" y="226290"/>
                  <a:pt x="5519077" y="399791"/>
                  <a:pt x="5763129" y="451830"/>
                </a:cubicBezTo>
                <a:cubicBezTo>
                  <a:pt x="5725278" y="260867"/>
                  <a:pt x="5605869" y="98005"/>
                  <a:pt x="5440399" y="0"/>
                </a:cubicBezTo>
                <a:lnTo>
                  <a:pt x="5649109" y="0"/>
                </a:lnTo>
                <a:cubicBezTo>
                  <a:pt x="5780853" y="121704"/>
                  <a:pt x="5870314" y="285283"/>
                  <a:pt x="5896616" y="468437"/>
                </a:cubicBezTo>
                <a:cubicBezTo>
                  <a:pt x="5896783" y="468490"/>
                  <a:pt x="5896953" y="468495"/>
                  <a:pt x="5897121" y="468500"/>
                </a:cubicBezTo>
                <a:lnTo>
                  <a:pt x="5897662" y="475137"/>
                </a:lnTo>
                <a:cubicBezTo>
                  <a:pt x="5902718" y="505143"/>
                  <a:pt x="5905168" y="535786"/>
                  <a:pt x="5905126" y="566868"/>
                </a:cubicBezTo>
                <a:cubicBezTo>
                  <a:pt x="5906438" y="572454"/>
                  <a:pt x="5906496" y="578078"/>
                  <a:pt x="5906496" y="583715"/>
                </a:cubicBezTo>
                <a:cubicBezTo>
                  <a:pt x="5906496" y="587507"/>
                  <a:pt x="5906469" y="591293"/>
                  <a:pt x="5905903" y="595066"/>
                </a:cubicBezTo>
                <a:lnTo>
                  <a:pt x="5905404" y="595033"/>
                </a:lnTo>
                <a:lnTo>
                  <a:pt x="5905378" y="595524"/>
                </a:lnTo>
                <a:lnTo>
                  <a:pt x="5888260" y="593911"/>
                </a:lnTo>
                <a:cubicBezTo>
                  <a:pt x="5855886" y="593388"/>
                  <a:pt x="5824005" y="590430"/>
                  <a:pt x="5792833" y="584920"/>
                </a:cubicBezTo>
                <a:cubicBezTo>
                  <a:pt x="5787256" y="585336"/>
                  <a:pt x="5781927" y="584395"/>
                  <a:pt x="5776617" y="583392"/>
                </a:cubicBezTo>
                <a:lnTo>
                  <a:pt x="5776501" y="582253"/>
                </a:lnTo>
                <a:cubicBezTo>
                  <a:pt x="5454626" y="529393"/>
                  <a:pt x="5195354" y="299826"/>
                  <a:pt x="5110576" y="0"/>
                </a:cubicBezTo>
                <a:close/>
                <a:moveTo>
                  <a:pt x="4492246" y="0"/>
                </a:moveTo>
                <a:lnTo>
                  <a:pt x="4700955" y="0"/>
                </a:lnTo>
                <a:cubicBezTo>
                  <a:pt x="4535485" y="98005"/>
                  <a:pt x="4416076" y="260867"/>
                  <a:pt x="4378225" y="451830"/>
                </a:cubicBezTo>
                <a:cubicBezTo>
                  <a:pt x="4622279" y="399791"/>
                  <a:pt x="4818867" y="226290"/>
                  <a:pt x="4896763" y="0"/>
                </a:cubicBezTo>
                <a:lnTo>
                  <a:pt x="5030779" y="0"/>
                </a:lnTo>
                <a:cubicBezTo>
                  <a:pt x="4946001" y="299826"/>
                  <a:pt x="4686729" y="529393"/>
                  <a:pt x="4364853" y="582253"/>
                </a:cubicBezTo>
                <a:lnTo>
                  <a:pt x="4364737" y="583392"/>
                </a:lnTo>
                <a:cubicBezTo>
                  <a:pt x="4359427" y="584395"/>
                  <a:pt x="4354098" y="585336"/>
                  <a:pt x="4348521" y="584920"/>
                </a:cubicBezTo>
                <a:cubicBezTo>
                  <a:pt x="4317350" y="590430"/>
                  <a:pt x="4285468" y="593388"/>
                  <a:pt x="4253094" y="593911"/>
                </a:cubicBezTo>
                <a:lnTo>
                  <a:pt x="4235976" y="595524"/>
                </a:lnTo>
                <a:lnTo>
                  <a:pt x="4235950" y="595033"/>
                </a:lnTo>
                <a:lnTo>
                  <a:pt x="4235451" y="595066"/>
                </a:lnTo>
                <a:cubicBezTo>
                  <a:pt x="4234885" y="591293"/>
                  <a:pt x="4234858" y="587507"/>
                  <a:pt x="4234858" y="583715"/>
                </a:cubicBezTo>
                <a:cubicBezTo>
                  <a:pt x="4234858" y="578078"/>
                  <a:pt x="4234916" y="572454"/>
                  <a:pt x="4236228" y="566868"/>
                </a:cubicBezTo>
                <a:cubicBezTo>
                  <a:pt x="4236186" y="535786"/>
                  <a:pt x="4238636" y="505143"/>
                  <a:pt x="4243692" y="475137"/>
                </a:cubicBezTo>
                <a:lnTo>
                  <a:pt x="4244233" y="468500"/>
                </a:lnTo>
                <a:cubicBezTo>
                  <a:pt x="4244401" y="468495"/>
                  <a:pt x="4244571" y="468490"/>
                  <a:pt x="4244738" y="468437"/>
                </a:cubicBezTo>
                <a:cubicBezTo>
                  <a:pt x="4271041" y="285283"/>
                  <a:pt x="4360502" y="121704"/>
                  <a:pt x="4492246" y="0"/>
                </a:cubicBezTo>
                <a:close/>
                <a:moveTo>
                  <a:pt x="3418424" y="0"/>
                </a:moveTo>
                <a:lnTo>
                  <a:pt x="3552441" y="0"/>
                </a:lnTo>
                <a:cubicBezTo>
                  <a:pt x="3630337" y="226291"/>
                  <a:pt x="3826926" y="399791"/>
                  <a:pt x="4070978" y="451830"/>
                </a:cubicBezTo>
                <a:cubicBezTo>
                  <a:pt x="4033127" y="260867"/>
                  <a:pt x="3913719" y="98005"/>
                  <a:pt x="3748249" y="0"/>
                </a:cubicBezTo>
                <a:lnTo>
                  <a:pt x="3956957" y="0"/>
                </a:lnTo>
                <a:cubicBezTo>
                  <a:pt x="4088702" y="121703"/>
                  <a:pt x="4178162" y="285283"/>
                  <a:pt x="4204464" y="468437"/>
                </a:cubicBezTo>
                <a:cubicBezTo>
                  <a:pt x="4204632" y="468490"/>
                  <a:pt x="4204801" y="468495"/>
                  <a:pt x="4204970" y="468499"/>
                </a:cubicBezTo>
                <a:lnTo>
                  <a:pt x="4205510" y="475137"/>
                </a:lnTo>
                <a:cubicBezTo>
                  <a:pt x="4210567" y="505143"/>
                  <a:pt x="4213016" y="535786"/>
                  <a:pt x="4212974" y="566868"/>
                </a:cubicBezTo>
                <a:cubicBezTo>
                  <a:pt x="4214286" y="572454"/>
                  <a:pt x="4214345" y="578078"/>
                  <a:pt x="4214345" y="583715"/>
                </a:cubicBezTo>
                <a:cubicBezTo>
                  <a:pt x="4214345" y="587508"/>
                  <a:pt x="4214318" y="591293"/>
                  <a:pt x="4213752" y="595066"/>
                </a:cubicBezTo>
                <a:lnTo>
                  <a:pt x="4213253" y="595033"/>
                </a:lnTo>
                <a:lnTo>
                  <a:pt x="4213227" y="595524"/>
                </a:lnTo>
                <a:lnTo>
                  <a:pt x="4196108" y="593911"/>
                </a:lnTo>
                <a:cubicBezTo>
                  <a:pt x="4163734" y="593388"/>
                  <a:pt x="4131854" y="590430"/>
                  <a:pt x="4100682" y="584920"/>
                </a:cubicBezTo>
                <a:cubicBezTo>
                  <a:pt x="4095105" y="585336"/>
                  <a:pt x="4089776" y="584395"/>
                  <a:pt x="4084465" y="583392"/>
                </a:cubicBezTo>
                <a:lnTo>
                  <a:pt x="4084349" y="582253"/>
                </a:lnTo>
                <a:cubicBezTo>
                  <a:pt x="3762475" y="529393"/>
                  <a:pt x="3503203" y="299826"/>
                  <a:pt x="3418424" y="0"/>
                </a:cubicBezTo>
                <a:close/>
                <a:moveTo>
                  <a:pt x="2800095" y="0"/>
                </a:moveTo>
                <a:lnTo>
                  <a:pt x="3008804" y="0"/>
                </a:lnTo>
                <a:cubicBezTo>
                  <a:pt x="2843334" y="98005"/>
                  <a:pt x="2723925" y="260867"/>
                  <a:pt x="2686074" y="451830"/>
                </a:cubicBezTo>
                <a:cubicBezTo>
                  <a:pt x="2930126" y="399791"/>
                  <a:pt x="3126716" y="226291"/>
                  <a:pt x="3204612" y="0"/>
                </a:cubicBezTo>
                <a:lnTo>
                  <a:pt x="3338628" y="0"/>
                </a:lnTo>
                <a:cubicBezTo>
                  <a:pt x="3253850" y="299826"/>
                  <a:pt x="2994578" y="529393"/>
                  <a:pt x="2672703" y="582253"/>
                </a:cubicBezTo>
                <a:lnTo>
                  <a:pt x="2672586" y="583392"/>
                </a:lnTo>
                <a:cubicBezTo>
                  <a:pt x="2667276" y="584395"/>
                  <a:pt x="2661947" y="585336"/>
                  <a:pt x="2656370" y="584920"/>
                </a:cubicBezTo>
                <a:cubicBezTo>
                  <a:pt x="2625198" y="590430"/>
                  <a:pt x="2593318" y="593388"/>
                  <a:pt x="2560943" y="593911"/>
                </a:cubicBezTo>
                <a:lnTo>
                  <a:pt x="2543825" y="595524"/>
                </a:lnTo>
                <a:lnTo>
                  <a:pt x="2543799" y="595033"/>
                </a:lnTo>
                <a:lnTo>
                  <a:pt x="2543300" y="595066"/>
                </a:lnTo>
                <a:cubicBezTo>
                  <a:pt x="2542734" y="591293"/>
                  <a:pt x="2542707" y="587507"/>
                  <a:pt x="2542707" y="583715"/>
                </a:cubicBezTo>
                <a:cubicBezTo>
                  <a:pt x="2542707" y="578078"/>
                  <a:pt x="2542765" y="572454"/>
                  <a:pt x="2544077" y="566868"/>
                </a:cubicBezTo>
                <a:cubicBezTo>
                  <a:pt x="2544035" y="535786"/>
                  <a:pt x="2546485" y="505143"/>
                  <a:pt x="2551541" y="475137"/>
                </a:cubicBezTo>
                <a:lnTo>
                  <a:pt x="2552082" y="468499"/>
                </a:lnTo>
                <a:cubicBezTo>
                  <a:pt x="2552250" y="468495"/>
                  <a:pt x="2552420" y="468490"/>
                  <a:pt x="2552587" y="468437"/>
                </a:cubicBezTo>
                <a:cubicBezTo>
                  <a:pt x="2578890" y="285283"/>
                  <a:pt x="2668350" y="121703"/>
                  <a:pt x="2800095" y="0"/>
                </a:cubicBezTo>
                <a:close/>
                <a:moveTo>
                  <a:pt x="1726273" y="0"/>
                </a:moveTo>
                <a:lnTo>
                  <a:pt x="1860290" y="0"/>
                </a:lnTo>
                <a:cubicBezTo>
                  <a:pt x="1938186" y="226291"/>
                  <a:pt x="2134775" y="399791"/>
                  <a:pt x="2378827" y="451830"/>
                </a:cubicBezTo>
                <a:cubicBezTo>
                  <a:pt x="2340976" y="260867"/>
                  <a:pt x="2221567" y="98005"/>
                  <a:pt x="2056098" y="0"/>
                </a:cubicBezTo>
                <a:lnTo>
                  <a:pt x="2264806" y="0"/>
                </a:lnTo>
                <a:cubicBezTo>
                  <a:pt x="2396551" y="121703"/>
                  <a:pt x="2486011" y="285283"/>
                  <a:pt x="2512313" y="468437"/>
                </a:cubicBezTo>
                <a:cubicBezTo>
                  <a:pt x="2512481" y="468490"/>
                  <a:pt x="2512650" y="468495"/>
                  <a:pt x="2512819" y="468499"/>
                </a:cubicBezTo>
                <a:lnTo>
                  <a:pt x="2513359" y="475137"/>
                </a:lnTo>
                <a:cubicBezTo>
                  <a:pt x="2518416" y="505143"/>
                  <a:pt x="2520865" y="535786"/>
                  <a:pt x="2520823" y="566868"/>
                </a:cubicBezTo>
                <a:cubicBezTo>
                  <a:pt x="2522135" y="572454"/>
                  <a:pt x="2522194" y="578078"/>
                  <a:pt x="2522194" y="583715"/>
                </a:cubicBezTo>
                <a:cubicBezTo>
                  <a:pt x="2522194" y="587508"/>
                  <a:pt x="2522167" y="591293"/>
                  <a:pt x="2521601" y="595066"/>
                </a:cubicBezTo>
                <a:lnTo>
                  <a:pt x="2521102" y="595033"/>
                </a:lnTo>
                <a:lnTo>
                  <a:pt x="2521076" y="595524"/>
                </a:lnTo>
                <a:lnTo>
                  <a:pt x="2503957" y="593911"/>
                </a:lnTo>
                <a:cubicBezTo>
                  <a:pt x="2471583" y="593388"/>
                  <a:pt x="2439703" y="590430"/>
                  <a:pt x="2408531" y="584920"/>
                </a:cubicBezTo>
                <a:cubicBezTo>
                  <a:pt x="2402954" y="585336"/>
                  <a:pt x="2397625" y="584395"/>
                  <a:pt x="2392314" y="583392"/>
                </a:cubicBezTo>
                <a:lnTo>
                  <a:pt x="2392198" y="582253"/>
                </a:lnTo>
                <a:cubicBezTo>
                  <a:pt x="2070324" y="529393"/>
                  <a:pt x="1811051" y="299826"/>
                  <a:pt x="1726273" y="0"/>
                </a:cubicBezTo>
                <a:close/>
                <a:moveTo>
                  <a:pt x="1107944" y="0"/>
                </a:moveTo>
                <a:lnTo>
                  <a:pt x="1316652" y="0"/>
                </a:lnTo>
                <a:cubicBezTo>
                  <a:pt x="1151183" y="98005"/>
                  <a:pt x="1031774" y="260867"/>
                  <a:pt x="993923" y="451830"/>
                </a:cubicBezTo>
                <a:cubicBezTo>
                  <a:pt x="1237975" y="399791"/>
                  <a:pt x="1434564" y="226291"/>
                  <a:pt x="1512461" y="0"/>
                </a:cubicBezTo>
                <a:lnTo>
                  <a:pt x="1646477" y="0"/>
                </a:lnTo>
                <a:cubicBezTo>
                  <a:pt x="1561699" y="299826"/>
                  <a:pt x="1302427" y="529393"/>
                  <a:pt x="980552" y="582253"/>
                </a:cubicBezTo>
                <a:lnTo>
                  <a:pt x="980435" y="583392"/>
                </a:lnTo>
                <a:cubicBezTo>
                  <a:pt x="975125" y="584395"/>
                  <a:pt x="969796" y="585336"/>
                  <a:pt x="964219" y="584920"/>
                </a:cubicBezTo>
                <a:cubicBezTo>
                  <a:pt x="933047" y="590430"/>
                  <a:pt x="901167" y="593388"/>
                  <a:pt x="868792" y="593911"/>
                </a:cubicBezTo>
                <a:lnTo>
                  <a:pt x="851674" y="595524"/>
                </a:lnTo>
                <a:lnTo>
                  <a:pt x="851648" y="595033"/>
                </a:lnTo>
                <a:lnTo>
                  <a:pt x="851149" y="595066"/>
                </a:lnTo>
                <a:cubicBezTo>
                  <a:pt x="850583" y="591293"/>
                  <a:pt x="850556" y="587507"/>
                  <a:pt x="850556" y="583715"/>
                </a:cubicBezTo>
                <a:cubicBezTo>
                  <a:pt x="850556" y="578078"/>
                  <a:pt x="850614" y="572454"/>
                  <a:pt x="851926" y="566868"/>
                </a:cubicBezTo>
                <a:cubicBezTo>
                  <a:pt x="851884" y="535786"/>
                  <a:pt x="854334" y="505143"/>
                  <a:pt x="859390" y="475137"/>
                </a:cubicBezTo>
                <a:lnTo>
                  <a:pt x="859931" y="468499"/>
                </a:lnTo>
                <a:cubicBezTo>
                  <a:pt x="860099" y="468495"/>
                  <a:pt x="860269" y="468490"/>
                  <a:pt x="860436" y="468437"/>
                </a:cubicBezTo>
                <a:cubicBezTo>
                  <a:pt x="886739" y="285283"/>
                  <a:pt x="976199" y="121704"/>
                  <a:pt x="1107944" y="0"/>
                </a:cubicBezTo>
                <a:close/>
                <a:moveTo>
                  <a:pt x="34122" y="0"/>
                </a:moveTo>
                <a:lnTo>
                  <a:pt x="168138" y="0"/>
                </a:lnTo>
                <a:cubicBezTo>
                  <a:pt x="246034" y="226290"/>
                  <a:pt x="442624" y="399791"/>
                  <a:pt x="686676" y="451830"/>
                </a:cubicBezTo>
                <a:cubicBezTo>
                  <a:pt x="648825" y="260867"/>
                  <a:pt x="529416" y="98005"/>
                  <a:pt x="363946" y="0"/>
                </a:cubicBezTo>
                <a:lnTo>
                  <a:pt x="572655" y="0"/>
                </a:lnTo>
                <a:cubicBezTo>
                  <a:pt x="704400" y="121703"/>
                  <a:pt x="793860" y="285283"/>
                  <a:pt x="820162" y="468437"/>
                </a:cubicBezTo>
                <a:cubicBezTo>
                  <a:pt x="820330" y="468490"/>
                  <a:pt x="820499" y="468495"/>
                  <a:pt x="820668" y="468500"/>
                </a:cubicBezTo>
                <a:lnTo>
                  <a:pt x="821208" y="475137"/>
                </a:lnTo>
                <a:cubicBezTo>
                  <a:pt x="826265" y="505143"/>
                  <a:pt x="828714" y="535786"/>
                  <a:pt x="828672" y="566868"/>
                </a:cubicBezTo>
                <a:cubicBezTo>
                  <a:pt x="829984" y="572454"/>
                  <a:pt x="830043" y="578078"/>
                  <a:pt x="830043" y="583715"/>
                </a:cubicBezTo>
                <a:cubicBezTo>
                  <a:pt x="830043" y="587508"/>
                  <a:pt x="830016" y="591293"/>
                  <a:pt x="829450" y="595066"/>
                </a:cubicBezTo>
                <a:lnTo>
                  <a:pt x="828951" y="595033"/>
                </a:lnTo>
                <a:lnTo>
                  <a:pt x="828925" y="595524"/>
                </a:lnTo>
                <a:lnTo>
                  <a:pt x="811806" y="593911"/>
                </a:lnTo>
                <a:cubicBezTo>
                  <a:pt x="779432" y="593388"/>
                  <a:pt x="747552" y="590430"/>
                  <a:pt x="716380" y="584920"/>
                </a:cubicBezTo>
                <a:cubicBezTo>
                  <a:pt x="710803" y="585336"/>
                  <a:pt x="705474" y="584395"/>
                  <a:pt x="700163" y="583392"/>
                </a:cubicBezTo>
                <a:lnTo>
                  <a:pt x="700047" y="582253"/>
                </a:lnTo>
                <a:cubicBezTo>
                  <a:pt x="378172" y="529393"/>
                  <a:pt x="118900" y="299826"/>
                  <a:pt x="341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7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57950" y="4960137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9146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8096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1990" y="2286000"/>
            <a:ext cx="35661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338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2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096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91990" y="2179636"/>
            <a:ext cx="356616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2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91990" y="2967788"/>
            <a:ext cx="356616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56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770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87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768096" y="471509"/>
            <a:ext cx="329184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6250" y="822960"/>
            <a:ext cx="4258818" cy="518464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" y="2257506"/>
            <a:ext cx="329184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235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960138"/>
            <a:ext cx="5829300" cy="1463040"/>
          </a:xfrm>
        </p:spPr>
        <p:txBody>
          <a:bodyPr anchor="ctr">
            <a:normAutofit/>
          </a:bodyPr>
          <a:lstStyle>
            <a:lvl1pPr algn="r">
              <a:defRPr sz="44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9141714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57950" y="4960138"/>
            <a:ext cx="24003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629013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1403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718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762000"/>
            <a:ext cx="1971675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1" y="762000"/>
            <a:ext cx="5686425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7543800" y="173563"/>
            <a:ext cx="0" cy="6858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62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8096" y="585216"/>
            <a:ext cx="7290054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096" y="2286000"/>
            <a:ext cx="7290055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8097" y="6470704"/>
            <a:ext cx="161560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2200" y="6470704"/>
            <a:ext cx="4426094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000" y="6470704"/>
            <a:ext cx="73025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715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67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E02F84-3E15-460B-A7D2-383BF4C62631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528982-096E-4AC5-9A0D-DBE62B2E9761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8D3A30-CAF7-4E4F-9A16-531108007D09}"/>
              </a:ext>
            </a:extLst>
          </p:cNvPr>
          <p:cNvSpPr txBox="1"/>
          <p:nvPr/>
        </p:nvSpPr>
        <p:spPr>
          <a:xfrm>
            <a:off x="381000" y="1905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b="1">
                <a:solidFill>
                  <a:srgbClr val="0D1B2A"/>
                </a:solidFill>
              </a:rPr>
              <a:t>MODULE 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A4DEC-FDAF-4B07-A3DC-D6478A603852}"/>
              </a:ext>
            </a:extLst>
          </p:cNvPr>
          <p:cNvSpPr txBox="1"/>
          <p:nvPr/>
        </p:nvSpPr>
        <p:spPr>
          <a:xfrm>
            <a:off x="381000" y="23495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3200" b="1">
                <a:solidFill>
                  <a:srgbClr val="FFFFFF"/>
                </a:solidFill>
              </a:rPr>
              <a:t>Abstract Class
&amp; Interface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EB10A2-128C-403D-B519-32DB041F2BFD}"/>
              </a:ext>
            </a:extLst>
          </p:cNvPr>
          <p:cNvSpPr txBox="1"/>
          <p:nvPr/>
        </p:nvSpPr>
        <p:spPr>
          <a:xfrm>
            <a:off x="381000" y="4064000"/>
            <a:ext cx="2794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IN" sz="1400">
                <a:solidFill>
                  <a:srgbClr val="0D1B2A"/>
                </a:solidFill>
              </a:rPr>
              <a:t>C# OOP Series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831011-B0A8-4711-AEB6-A108A8B69532}"/>
              </a:ext>
            </a:extLst>
          </p:cNvPr>
          <p:cNvSpPr txBox="1"/>
          <p:nvPr/>
        </p:nvSpPr>
        <p:spPr>
          <a:xfrm>
            <a:off x="4064000" y="1016000"/>
            <a:ext cx="4699000" cy="482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800" b="1" dirty="0">
                <a:solidFill>
                  <a:srgbClr val="00B4D8"/>
                </a:solidFill>
              </a:rPr>
              <a:t>What You'll Learn</a:t>
            </a:r>
          </a:p>
          <a:p>
            <a:pPr>
              <a:buNone/>
            </a:pPr>
            <a:endParaRPr lang="en-US" sz="800"/>
          </a:p>
          <a:p>
            <a:pPr marL="228600" indent="-228600"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Abstract Classes — </a:t>
            </a:r>
            <a:r>
              <a:rPr lang="en-US" sz="1400" dirty="0">
                <a:solidFill>
                  <a:srgbClr val="DFE3E5"/>
                </a:solidFill>
              </a:rPr>
              <a:t>partial blueprints with shared and abstract members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Interfaces — </a:t>
            </a:r>
            <a:r>
              <a:rPr lang="en-US" sz="1400" dirty="0">
                <a:solidFill>
                  <a:srgbClr val="DFE3E5"/>
                </a:solidFill>
              </a:rPr>
              <a:t>pure contracts that any class can implement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Implementation patterns — </a:t>
            </a:r>
            <a:r>
              <a:rPr lang="en-US" sz="1400" dirty="0">
                <a:solidFill>
                  <a:srgbClr val="DFE3E5"/>
                </a:solidFill>
              </a:rPr>
              <a:t>override, virtual, sealed, multiple interfaces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When to use which — </a:t>
            </a:r>
            <a:r>
              <a:rPr lang="en-US" sz="1400" dirty="0">
                <a:solidFill>
                  <a:srgbClr val="DFE3E5"/>
                </a:solidFill>
              </a:rPr>
              <a:t>side-by-side comparison &amp; decision rules</a:t>
            </a:r>
          </a:p>
          <a:p>
            <a:pPr marL="228600" indent="-228600">
              <a:buFont typeface="Arial"/>
              <a:buChar char="•"/>
            </a:pPr>
            <a:r>
              <a:rPr lang="en-US" sz="1400" b="1" dirty="0">
                <a:solidFill>
                  <a:srgbClr val="FFFFFF"/>
                </a:solidFill>
              </a:rPr>
              <a:t>Hands-on lab — </a:t>
            </a:r>
            <a:r>
              <a:rPr lang="en-US" sz="1400" dirty="0">
                <a:solidFill>
                  <a:srgbClr val="DFE3E5"/>
                </a:solidFill>
              </a:rPr>
              <a:t>build a Payment hierarchy from scratch</a:t>
            </a:r>
          </a:p>
          <a:p>
            <a:pPr>
              <a:buNone/>
            </a:pPr>
            <a:endParaRPr lang="en-US" sz="1000"/>
          </a:p>
          <a:p>
            <a:pPr>
              <a:buNone/>
            </a:pPr>
            <a:r>
              <a:rPr lang="en-US" sz="1200" i="1" dirty="0">
                <a:solidFill>
                  <a:srgbClr val="00B4D8"/>
                </a:solidFill>
              </a:rPr>
              <a:t>5 deep-dive slides • 1 lab</a:t>
            </a:r>
          </a:p>
        </p:txBody>
      </p:sp>
    </p:spTree>
    <p:extLst>
      <p:ext uri="{BB962C8B-B14F-4D97-AF65-F5344CB8AC3E}">
        <p14:creationId xmlns:p14="http://schemas.microsoft.com/office/powerpoint/2010/main" val="4206926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2C5B6DC-2F07-4352-A3B6-0F290B85F4D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831376-0F1B-4ED9-B5CB-25AF1B69138B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81D1B9-D457-4567-B7C5-3DAE0BBEC26D}"/>
              </a:ext>
            </a:extLst>
          </p:cNvPr>
          <p:cNvSpPr txBox="1"/>
          <p:nvPr/>
        </p:nvSpPr>
        <p:spPr>
          <a:xfrm>
            <a:off x="381000" y="2540000"/>
            <a:ext cx="2794000" cy="165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  <a:latin typeface="Calibri"/>
                <a:cs typeface="Calibri"/>
              </a:rPr>
              <a:t>Abstract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40A794-27C6-48E9-BB87-4F5F9F91505A}"/>
              </a:ext>
            </a:extLst>
          </p:cNvPr>
          <p:cNvSpPr txBox="1"/>
          <p:nvPr/>
        </p:nvSpPr>
        <p:spPr>
          <a:xfrm>
            <a:off x="3873500" y="762000"/>
            <a:ext cx="4953000" cy="584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Definition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A class declared with </a:t>
            </a:r>
            <a:r>
              <a:rPr lang="en-US" sz="1200" dirty="0">
                <a:solidFill>
                  <a:srgbClr val="00B4D8"/>
                </a:solidFill>
                <a:latin typeface="Consolas"/>
              </a:rPr>
              <a:t>abstract</a:t>
            </a:r>
            <a:r>
              <a:rPr lang="en-US" sz="1200" dirty="0">
                <a:solidFill>
                  <a:srgbClr val="FFFFFF"/>
                </a:solidFill>
              </a:rPr>
              <a:t> that cannot be instantiated. Serves as a base for derived classes.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Key Properties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Cannot be instantiated directly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Can mix abstract (no body) and concrete members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Derived classes must </a:t>
            </a:r>
            <a:r>
              <a:rPr lang="en-US" sz="1200" dirty="0">
                <a:solidFill>
                  <a:srgbClr val="A9E1F5"/>
                </a:solidFill>
                <a:latin typeface="Consolas"/>
              </a:rPr>
              <a:t>override</a:t>
            </a:r>
            <a:r>
              <a:rPr lang="en-US" sz="1200" dirty="0">
                <a:solidFill>
                  <a:srgbClr val="FFFFFF"/>
                </a:solidFill>
              </a:rPr>
              <a:t> every abstract member</a:t>
            </a:r>
          </a:p>
          <a:p>
            <a:pPr marL="228600" indent="-228600">
              <a:buFont typeface="Arial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Supports constructors, fields, properties, access modifiers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Syntax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abstract class Shape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public abstract double Area();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public void Describe() =&gt; ...;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41775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r>
              <a:rPr lang="en-US" dirty="0"/>
              <a:t>Abstract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400" b="1">
                <a:solidFill>
                  <a:srgbClr val="00B4D8"/>
                </a:solidFill>
              </a:rPr>
              <a:t>Code Example</a:t>
            </a:r>
          </a:p>
          <a:p>
            <a:r>
              <a:rPr lang="en-US" sz="1100">
                <a:solidFill>
                  <a:srgbClr val="A9E1F5"/>
                </a:solidFill>
                <a:latin typeface="Consolas"/>
              </a:rPr>
              <a:t>abstract class Payment {</a:t>
            </a:r>
          </a:p>
          <a:p>
            <a:r>
              <a:rPr lang="en-US" sz="1100">
                <a:solidFill>
                  <a:srgbClr val="A9E1F5"/>
                </a:solidFill>
                <a:latin typeface="Consolas"/>
              </a:rPr>
              <a:t>  public abstract void Process();</a:t>
            </a:r>
          </a:p>
          <a:p>
            <a:r>
              <a:rPr lang="en-US" sz="1100">
                <a:solidFill>
                  <a:srgbClr val="A9E1F5"/>
                </a:solidFill>
                <a:latin typeface="Consolas"/>
              </a:rPr>
              <a:t>  public void Log() =&gt; ...;</a:t>
            </a:r>
          </a:p>
          <a:p>
            <a:r>
              <a:rPr lang="en-US" sz="1100">
                <a:solidFill>
                  <a:srgbClr val="A9E1F5"/>
                </a:solidFill>
                <a:latin typeface="Consolas"/>
              </a:rPr>
              <a:t>}</a:t>
            </a:r>
          </a:p>
          <a:p>
            <a:endParaRPr lang="en-US" sz="600"/>
          </a:p>
          <a:p>
            <a:r>
              <a:rPr lang="en-US" sz="1400" b="1">
                <a:solidFill>
                  <a:srgbClr val="00B4D8"/>
                </a:solidFill>
              </a:rPr>
              <a:t>Real-World Use Case</a:t>
            </a:r>
          </a:p>
          <a:p>
            <a:r>
              <a:rPr lang="en-US" sz="1200">
                <a:solidFill>
                  <a:srgbClr val="FFFFFF"/>
                </a:solidFill>
              </a:rPr>
              <a:t>Payment processing: shared logging &amp; validation, custom Process() per method (Card, PayPal, Crypto)</a:t>
            </a:r>
          </a:p>
          <a:p>
            <a:endParaRPr lang="en-US" sz="600"/>
          </a:p>
          <a:p>
            <a:r>
              <a:rPr lang="en-US" sz="1400" b="1">
                <a:solidFill>
                  <a:srgbClr val="00B4D8"/>
                </a:solidFill>
              </a:rPr>
              <a:t>Common Pitfalls</a:t>
            </a:r>
          </a:p>
          <a:p>
            <a:r>
              <a:rPr lang="en-US" sz="1200">
                <a:solidFill>
                  <a:srgbClr val="FFFFFF"/>
                </a:solidFill>
              </a:rPr>
              <a:t>Trying to instantiate: new Payment() fails</a:t>
            </a:r>
          </a:p>
          <a:p>
            <a:r>
              <a:rPr lang="en-US" sz="1200">
                <a:solidFill>
                  <a:srgbClr val="FFFFFF"/>
                </a:solidFill>
              </a:rPr>
              <a:t>Forgetting override on abstract methods</a:t>
            </a:r>
          </a:p>
          <a:p>
            <a:r>
              <a:rPr lang="en-US" sz="1200">
                <a:solidFill>
                  <a:srgbClr val="FFFFFF"/>
                </a:solidFill>
              </a:rPr>
              <a:t>Overusing — prefer interface for pure contracts</a:t>
            </a:r>
          </a:p>
        </p:txBody>
      </p:sp>
    </p:spTree>
    <p:extLst>
      <p:ext uri="{BB962C8B-B14F-4D97-AF65-F5344CB8AC3E}">
        <p14:creationId xmlns:p14="http://schemas.microsoft.com/office/powerpoint/2010/main" val="3981166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4E291D2-1399-4B3D-B602-FCA71638D4C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C81573-D99F-4FC2-B29D-ED85317690BA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A2677A-A3C5-4A96-A0FB-57D093C9F4CE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600" b="1">
                <a:solidFill>
                  <a:srgbClr val="FFFFFF"/>
                </a:solidFill>
                <a:latin typeface="Calibri"/>
                <a:cs typeface="Calibri"/>
              </a:rPr>
              <a:t>Implementing Abstract Class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F9197-62F7-4782-BC48-39C54129FBB7}"/>
              </a:ext>
            </a:extLst>
          </p:cNvPr>
          <p:cNvSpPr txBox="1"/>
          <p:nvPr/>
        </p:nvSpPr>
        <p:spPr>
          <a:xfrm>
            <a:off x="3873500" y="635000"/>
            <a:ext cx="5016500" cy="596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Steps to Implement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Inherit the abstract base class with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: BaseName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Use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override</a:t>
            </a:r>
            <a:r>
              <a:rPr lang="en-US" sz="1300" dirty="0">
                <a:solidFill>
                  <a:srgbClr val="FFFFFF"/>
                </a:solidFill>
              </a:rPr>
              <a:t> on every abstract member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Match the signature exactly (name, params, return type)</a:t>
            </a:r>
          </a:p>
          <a:p>
            <a:pPr marL="228600" indent="-22860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Call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base.Member()</a:t>
            </a:r>
            <a:r>
              <a:rPr lang="en-US" sz="1300" dirty="0">
                <a:solidFill>
                  <a:srgbClr val="FFFFFF"/>
                </a:solidFill>
              </a:rPr>
              <a:t> to reuse base logic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Example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abstract class Animal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public abstract string Sound();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public string Name { get; set; }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class Dog : Animal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public override string Sound()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  =&gt; "Woof!";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}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200" i="1" dirty="0">
                <a:solidFill>
                  <a:srgbClr val="00B4D8"/>
                </a:solidFill>
              </a:rPr>
              <a:t>Forget </a:t>
            </a:r>
            <a:r>
              <a:rPr lang="en-US" sz="1200" i="1" dirty="0">
                <a:solidFill>
                  <a:srgbClr val="A9E1F5"/>
                </a:solidFill>
                <a:latin typeface="Consolas"/>
              </a:rPr>
              <a:t>override</a:t>
            </a:r>
            <a:r>
              <a:rPr lang="en-US" sz="1200" i="1" dirty="0">
                <a:solidFill>
                  <a:srgbClr val="00B4D8"/>
                </a:solidFill>
              </a:rPr>
              <a:t> and the compiler errors.</a:t>
            </a:r>
          </a:p>
        </p:txBody>
      </p:sp>
    </p:spTree>
    <p:extLst>
      <p:ext uri="{BB962C8B-B14F-4D97-AF65-F5344CB8AC3E}">
        <p14:creationId xmlns:p14="http://schemas.microsoft.com/office/powerpoint/2010/main" val="3210342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Abstract Impl.</a:t>
            </a:r>
          </a:p>
          <a:p>
            <a:pPr algn="l"/>
            <a:r>
              <a:rPr lang="en-US" sz="2000" b="0" dirty="0">
                <a:solidFill>
                  <a:srgbClr val="00B4D8"/>
                </a:solidFill>
              </a:rPr>
              <a:t>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Code Example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public class Circle : Shape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public double Radius { get; set; }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public override double Area()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    =&gt; Math.PI * Radius * Radius;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Real-World Use Case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Shape hierarchy in a drawing app: Circle, Square, and Triangle each override Area() with their own formula while reusing shared Shape members.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Common Pitfalls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• Forgetting the override keyword on the derived method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• Trying to instantiate the abstract base class directly</a:t>
            </a:r>
          </a:p>
        </p:txBody>
      </p:sp>
    </p:spTree>
    <p:extLst>
      <p:ext uri="{BB962C8B-B14F-4D97-AF65-F5344CB8AC3E}">
        <p14:creationId xmlns:p14="http://schemas.microsoft.com/office/powerpoint/2010/main" val="21295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25FA916-194B-41B1-B63A-6D730380ABA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D931C9-88A6-4D9A-80EE-7C84C3FDC04C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DB1033-4B99-4079-B0C4-73D8F374999B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  <a:latin typeface="Calibri"/>
                <a:cs typeface="Calibri"/>
              </a:rPr>
              <a:t>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D86E4-C940-4196-B2E7-7282D34D8AF5}"/>
              </a:ext>
            </a:extLst>
          </p:cNvPr>
          <p:cNvSpPr txBox="1"/>
          <p:nvPr/>
        </p:nvSpPr>
        <p:spPr>
          <a:xfrm>
            <a:off x="3873500" y="635000"/>
            <a:ext cx="5016500" cy="596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Definition</a:t>
            </a:r>
          </a:p>
          <a:p>
            <a:pPr>
              <a:buNone/>
            </a:pPr>
            <a:r>
              <a:rPr lang="en-US" sz="1300" dirty="0">
                <a:solidFill>
                  <a:srgbClr val="FFFFFF"/>
                </a:solidFill>
              </a:rPr>
              <a:t>A pure contract — a set of method, property, event, and indexer signatures with no implementation. Any class that implements it must provide all members.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Key Properties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Cannot contain fields or constructors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 class can implement </a:t>
            </a:r>
            <a:r>
              <a:rPr lang="en-US" sz="1300" b="1" dirty="0">
                <a:solidFill>
                  <a:srgbClr val="00B4D8"/>
                </a:solidFill>
              </a:rPr>
              <a:t>multiple</a:t>
            </a:r>
            <a:r>
              <a:rPr lang="en-US" sz="1300" dirty="0">
                <a:solidFill>
                  <a:srgbClr val="FFFFFF"/>
                </a:solidFill>
              </a:rPr>
              <a:t> interfaces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Members are implicitly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public abstract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Conventionally named with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I</a:t>
            </a:r>
            <a:r>
              <a:rPr lang="en-US" sz="1300" dirty="0">
                <a:solidFill>
                  <a:srgbClr val="FFFFFF"/>
                </a:solidFill>
              </a:rPr>
              <a:t> prefix: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IDisposable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Syntax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interface IShape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double Area();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string Name { get; }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2047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Interface</a:t>
            </a:r>
          </a:p>
          <a:p>
            <a:pPr algn="l"/>
            <a:r>
              <a:rPr lang="en-US" sz="2000" b="0" dirty="0">
                <a:solidFill>
                  <a:srgbClr val="00B4D8"/>
                </a:solidFill>
              </a:rPr>
              <a:t>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Code Example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public interface IPayable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decimal CalculatePay();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void ProcessPayment(decimal amount);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Real-World Use Case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Payroll system: Employee, Contractor, and Vendor all implement IPayable so a single processor handles every type uniformly.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Common Pitfalls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• Adding members to a published interface (breaking change)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• Confusing default interface methods with abstract base behavior</a:t>
            </a:r>
          </a:p>
        </p:txBody>
      </p:sp>
    </p:spTree>
    <p:extLst>
      <p:ext uri="{BB962C8B-B14F-4D97-AF65-F5344CB8AC3E}">
        <p14:creationId xmlns:p14="http://schemas.microsoft.com/office/powerpoint/2010/main" val="1591728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3DACAA-2521-4982-8D99-B81D0C6AD37A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BA02F1-682B-404A-B6A7-1D56B1FC941F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D4BBEB-EBAF-4AA6-9A38-5E69D898A3DF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600" b="1">
                <a:solidFill>
                  <a:srgbClr val="FFFFFF"/>
                </a:solidFill>
                <a:latin typeface="Calibri"/>
                <a:cs typeface="Calibri"/>
              </a:rPr>
              <a:t>Implementing
an Interface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5A4A0-B74F-4CA7-983C-6A7A0161802C}"/>
              </a:ext>
            </a:extLst>
          </p:cNvPr>
          <p:cNvSpPr txBox="1"/>
          <p:nvPr/>
        </p:nvSpPr>
        <p:spPr>
          <a:xfrm>
            <a:off x="3873500" y="444500"/>
            <a:ext cx="5016500" cy="615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Steps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Declare the interface with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interface</a:t>
            </a:r>
            <a:r>
              <a:rPr lang="en-US" sz="1300" dirty="0">
                <a:solidFill>
                  <a:srgbClr val="FFFFFF"/>
                </a:solidFill>
              </a:rPr>
              <a:t> keyword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Use colon syntax: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class C : IShape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Provide a body for every member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Mark members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public</a:t>
            </a:r>
            <a:r>
              <a:rPr lang="en-US" sz="1300" dirty="0">
                <a:solidFill>
                  <a:srgbClr val="FFFFFF"/>
                </a:solidFill>
              </a:rPr>
              <a:t> — no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override</a:t>
            </a:r>
            <a:r>
              <a:rPr lang="en-US" sz="1300" dirty="0">
                <a:solidFill>
                  <a:srgbClr val="FFFFFF"/>
                </a:solidFill>
              </a:rPr>
              <a:t> needed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Example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interface IShape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double Area();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}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class Circle : IShape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public double Radius { get; set; }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public double Area() =&gt;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  Math.PI * Radius * Radius;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831840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US" sz="3200" b="1" dirty="0">
                <a:solidFill>
                  <a:srgbClr val="FFFFFF"/>
                </a:solidFill>
              </a:rPr>
              <a:t>Interface Impl.</a:t>
            </a:r>
          </a:p>
          <a:p>
            <a:pPr algn="l"/>
            <a:r>
              <a:rPr lang="en-US" sz="2000" b="0" dirty="0">
                <a:solidFill>
                  <a:srgbClr val="00B4D8"/>
                </a:solidFill>
              </a:rPr>
              <a:t>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 lnSpcReduction="10000"/>
          </a:bodyPr>
          <a:lstStyle/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Code Example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public class Employee : IPayable 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public decimal Salary { get; set; }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public decimal CalculatePay()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    =&gt; Salary;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public void ProcessPayment(decimal a)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        =&gt; Console.WriteLine($"Paid {a:C}");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Real-World Use Case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A class can implement many interfaces — e.g. Employee : IPayable, IPrintable — so the same object plugs into both payroll and reporting modules.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600" b="1" dirty="0">
                <a:solidFill>
                  <a:srgbClr val="00B4D8"/>
                </a:solidFill>
              </a:rPr>
              <a:t>Common Pitfalls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• Missing or misspelled member breaks the contract at compile time</a:t>
            </a:r>
          </a:p>
          <a:p>
            <a:pPr>
              <a:buNone/>
            </a:pPr>
            <a:r>
              <a:rPr lang="en-US" sz="1200" dirty="0">
                <a:solidFill>
                  <a:srgbClr val="FFFFFF"/>
                </a:solidFill>
              </a:rPr>
              <a:t>• Diamond problem when two interfaces declare the same default method</a:t>
            </a:r>
          </a:p>
        </p:txBody>
      </p:sp>
    </p:spTree>
    <p:extLst>
      <p:ext uri="{BB962C8B-B14F-4D97-AF65-F5344CB8AC3E}">
        <p14:creationId xmlns:p14="http://schemas.microsoft.com/office/powerpoint/2010/main" val="3286478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B6287A0-A88E-4852-A806-17AFF1A60E55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DEF5AF-129C-4F65-83CE-E512927FCBA6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39862A-3490-4026-96D5-21C759C79676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600" b="1">
                <a:solidFill>
                  <a:srgbClr val="FFFFFF"/>
                </a:solidFill>
                <a:latin typeface="Calibri"/>
                <a:cs typeface="Calibri"/>
              </a:rPr>
              <a:t>Abstract vs.
Interface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E8C9EE4-FE9F-45F0-B2D7-18FCF0865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40538"/>
              </p:ext>
            </p:extLst>
          </p:nvPr>
        </p:nvGraphicFramePr>
        <p:xfrm>
          <a:off x="3746500" y="635000"/>
          <a:ext cx="5207001" cy="45720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667">
                  <a:extLst>
                    <a:ext uri="{9D8B030D-6E8A-4147-A177-3AD203B41FA5}">
                      <a16:colId xmlns:a16="http://schemas.microsoft.com/office/drawing/2014/main" val="3622754897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513931976"/>
                    </a:ext>
                  </a:extLst>
                </a:gridCol>
                <a:gridCol w="1735667">
                  <a:extLst>
                    <a:ext uri="{9D8B030D-6E8A-4147-A177-3AD203B41FA5}">
                      <a16:colId xmlns:a16="http://schemas.microsoft.com/office/drawing/2014/main" val="1519526496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algn="ctr"/>
                      <a:endParaRPr lang="en-IN" sz="1400" b="1">
                        <a:solidFill>
                          <a:srgbClr val="0D1B2A"/>
                        </a:solidFill>
                      </a:endParaRP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D1B2A"/>
                          </a:solidFill>
                        </a:rPr>
                        <a:t>Abstract Class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>
                          <a:solidFill>
                            <a:srgbClr val="0D1B2A"/>
                          </a:solidFill>
                        </a:rPr>
                        <a:t>Interface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678906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solidFill>
                            <a:srgbClr val="00B4D8"/>
                          </a:solidFill>
                        </a:rPr>
                        <a:t>Implementation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Can have full or partial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None (default since C# 8)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0501256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solidFill>
                            <a:srgbClr val="00B4D8"/>
                          </a:solidFill>
                        </a:rPr>
                        <a:t>Fields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Allowed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Not allowed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9023898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solidFill>
                            <a:srgbClr val="00B4D8"/>
                          </a:solidFill>
                        </a:rPr>
                        <a:t>Constructors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Allowed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Not allowed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57573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solidFill>
                            <a:srgbClr val="00B4D8"/>
                          </a:solidFill>
                        </a:rPr>
                        <a:t>Inheritance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Single only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Multiple allowed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304703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solidFill>
                            <a:srgbClr val="00B4D8"/>
                          </a:solidFill>
                        </a:rPr>
                        <a:t>Access modifiers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Any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Implicitly public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3544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algn="l"/>
                      <a:r>
                        <a:rPr lang="en-IN" sz="1200" b="1">
                          <a:solidFill>
                            <a:srgbClr val="00B4D8"/>
                          </a:solidFill>
                        </a:rPr>
                        <a:t>Use when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Sharing base behavior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b="0">
                          <a:solidFill>
                            <a:srgbClr val="FFFFFF"/>
                          </a:solidFill>
                        </a:rPr>
                        <a:t>Defining a capability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8188640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21BCBE73-939A-4D44-AF34-1D98BD63FEBF}"/>
              </a:ext>
            </a:extLst>
          </p:cNvPr>
          <p:cNvSpPr txBox="1"/>
          <p:nvPr/>
        </p:nvSpPr>
        <p:spPr>
          <a:xfrm>
            <a:off x="3746500" y="5461000"/>
            <a:ext cx="5207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i="1">
                <a:solidFill>
                  <a:srgbClr val="A9E1F5"/>
                </a:solidFill>
                <a:latin typeface="Calibri"/>
                <a:cs typeface="Calibri"/>
              </a:rPr>
              <a:t>Rule of thumb: abstract = "is-a" relationship · interface = "can-do" capability</a:t>
            </a:r>
            <a:endParaRPr lang="en-IN" sz="1200" i="1">
              <a:solidFill>
                <a:srgbClr val="A9E1F5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2245B4-081A-4069-A1B4-78E3DA280060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0905C8-1C60-42A3-94DC-ECF2CCADA12E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2FB061-5E9B-48F9-8F72-A302410914A9}"/>
              </a:ext>
            </a:extLst>
          </p:cNvPr>
          <p:cNvSpPr txBox="1"/>
          <p:nvPr/>
        </p:nvSpPr>
        <p:spPr>
          <a:xfrm>
            <a:off x="381000" y="1905000"/>
            <a:ext cx="2794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b="1">
                <a:solidFill>
                  <a:srgbClr val="0D1B2A"/>
                </a:solidFill>
                <a:latin typeface="Calibri"/>
                <a:cs typeface="Calibri"/>
              </a:rPr>
              <a:t>LAB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09057C-2575-4CAA-BF7D-4FF5CE7D39F9}"/>
              </a:ext>
            </a:extLst>
          </p:cNvPr>
          <p:cNvSpPr txBox="1"/>
          <p:nvPr/>
        </p:nvSpPr>
        <p:spPr>
          <a:xfrm>
            <a:off x="381000" y="2476500"/>
            <a:ext cx="2794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Calibri"/>
                <a:cs typeface="Calibri"/>
              </a:rPr>
              <a:t>Hands-On Lab:
Abstract Classes
&amp; Interfaces</a:t>
            </a:r>
            <a:endParaRPr lang="en-IN" sz="26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23D92E-C36E-4454-AE9B-1A8A982DD31E}"/>
              </a:ext>
            </a:extLst>
          </p:cNvPr>
          <p:cNvSpPr txBox="1"/>
          <p:nvPr/>
        </p:nvSpPr>
        <p:spPr>
          <a:xfrm>
            <a:off x="3873500" y="444500"/>
            <a:ext cx="5016500" cy="615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Scenario</a:t>
            </a:r>
          </a:p>
          <a:p>
            <a:pPr>
              <a:buNone/>
            </a:pPr>
            <a:r>
              <a:rPr lang="en-US" sz="1300" dirty="0">
                <a:solidFill>
                  <a:srgbClr val="FFFFFF"/>
                </a:solidFill>
              </a:rPr>
              <a:t>Build a small shape library that calculates areas and renders descriptions.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Tasks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Define an abstract class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Shape</a:t>
            </a:r>
            <a:r>
              <a:rPr lang="en-US" sz="1300" dirty="0">
                <a:solidFill>
                  <a:srgbClr val="FFFFFF"/>
                </a:solidFill>
              </a:rPr>
              <a:t> with abstract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Area()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Define interface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IDescribable</a:t>
            </a:r>
            <a:r>
              <a:rPr lang="en-US" sz="1300" dirty="0">
                <a:solidFill>
                  <a:srgbClr val="FFFFFF"/>
                </a:solidFill>
              </a:rPr>
              <a:t> with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Describe()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Create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Circle</a:t>
            </a:r>
            <a:r>
              <a:rPr lang="en-US" sz="1300" dirty="0">
                <a:solidFill>
                  <a:srgbClr val="FFFFFF"/>
                </a:solidFill>
              </a:rPr>
              <a:t> and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Rectangle</a:t>
            </a:r>
            <a:r>
              <a:rPr lang="en-US" sz="1300" dirty="0">
                <a:solidFill>
                  <a:srgbClr val="FFFFFF"/>
                </a:solidFill>
              </a:rPr>
              <a:t> inheriting both</a:t>
            </a:r>
          </a:p>
          <a:p>
            <a:pPr marL="285750" indent="-285750">
              <a:buFont typeface="Arial"/>
              <a:buAutoNum type="arabicPeriod"/>
            </a:pPr>
            <a:r>
              <a:rPr lang="en-US" sz="1300" dirty="0">
                <a:solidFill>
                  <a:srgbClr val="FFFFFF"/>
                </a:solidFill>
              </a:rPr>
              <a:t>Build a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List&lt;Shape&gt;</a:t>
            </a:r>
            <a:r>
              <a:rPr lang="en-US" sz="1300" dirty="0">
                <a:solidFill>
                  <a:srgbClr val="FFFFFF"/>
                </a:solidFill>
              </a:rPr>
              <a:t> and iterate to print areas + descriptions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Bonus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Add a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Triangle</a:t>
            </a:r>
            <a:r>
              <a:rPr lang="en-US" sz="1300" dirty="0">
                <a:solidFill>
                  <a:srgbClr val="FFFFFF"/>
                </a:solidFill>
              </a:rPr>
              <a:t> without modifying existing code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Sort the list by area using LINQ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300" b="1" dirty="0">
                <a:solidFill>
                  <a:srgbClr val="A9E1F5"/>
                </a:solidFill>
              </a:rPr>
              <a:t>Estimated time: </a:t>
            </a:r>
            <a:r>
              <a:rPr lang="en-US" sz="1300" dirty="0">
                <a:solidFill>
                  <a:srgbClr val="FFFFFF"/>
                </a:solidFill>
              </a:rPr>
              <a:t>30 minutes</a:t>
            </a:r>
          </a:p>
        </p:txBody>
      </p:sp>
    </p:spTree>
    <p:extLst>
      <p:ext uri="{BB962C8B-B14F-4D97-AF65-F5344CB8AC3E}">
        <p14:creationId xmlns:p14="http://schemas.microsoft.com/office/powerpoint/2010/main" val="3376598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3D26AEF-9F23-4DB6-9EA2-B3346F8FD5CC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B4A46F-FAB8-4E6A-9D54-717CFEAF5565}"/>
              </a:ext>
            </a:extLst>
          </p:cNvPr>
          <p:cNvSpPr/>
          <p:nvPr/>
        </p:nvSpPr>
        <p:spPr>
          <a:xfrm>
            <a:off x="0" y="1524000"/>
            <a:ext cx="762000" cy="5334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65C2F3-71D4-40C6-8D9D-704C3B7E66F3}"/>
              </a:ext>
            </a:extLst>
          </p:cNvPr>
          <p:cNvSpPr txBox="1"/>
          <p:nvPr/>
        </p:nvSpPr>
        <p:spPr>
          <a:xfrm>
            <a:off x="1270000" y="2286000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000" b="1">
                <a:solidFill>
                  <a:srgbClr val="00B4D8"/>
                </a:solidFill>
                <a:latin typeface="Calibri"/>
                <a:cs typeface="Calibri"/>
              </a:rPr>
              <a:t>MODULE 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BC276B-D393-4ABC-8947-26F631F2294A}"/>
              </a:ext>
            </a:extLst>
          </p:cNvPr>
          <p:cNvSpPr txBox="1"/>
          <p:nvPr/>
        </p:nvSpPr>
        <p:spPr>
          <a:xfrm>
            <a:off x="1270000" y="2794000"/>
            <a:ext cx="68580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5400" b="1">
                <a:solidFill>
                  <a:srgbClr val="FFFFFF"/>
                </a:solidFill>
                <a:latin typeface="Calibri"/>
                <a:cs typeface="Calibri"/>
              </a:rPr>
              <a:t>The Object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9A3CF8-DD6F-4D5B-86B9-741883386F03}"/>
              </a:ext>
            </a:extLst>
          </p:cNvPr>
          <p:cNvSpPr txBox="1"/>
          <p:nvPr/>
        </p:nvSpPr>
        <p:spPr>
          <a:xfrm>
            <a:off x="1270000" y="3937000"/>
            <a:ext cx="6858000" cy="635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i="1">
                <a:solidFill>
                  <a:srgbClr val="A9E1F5"/>
                </a:solidFill>
                <a:latin typeface="Calibri"/>
                <a:cs typeface="Calibri"/>
              </a:rPr>
              <a:t>The universal base class that every C# type inherits from</a:t>
            </a:r>
            <a:endParaRPr lang="en-IN" i="1">
              <a:solidFill>
                <a:srgbClr val="A9E1F5"/>
              </a:solidFill>
              <a:latin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E3387-4DDC-49ED-8C16-904149F25297}"/>
              </a:ext>
            </a:extLst>
          </p:cNvPr>
          <p:cNvSpPr txBox="1"/>
          <p:nvPr/>
        </p:nvSpPr>
        <p:spPr>
          <a:xfrm>
            <a:off x="1270000" y="5080000"/>
            <a:ext cx="6858000" cy="381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A9E1F5"/>
                </a:solidFill>
                <a:latin typeface="Consolas"/>
              </a:rPr>
              <a:t>Equals    •    GetHashCode    •    GetType    •    ToString    •    is / as</a:t>
            </a:r>
            <a:endParaRPr lang="en-IN" sz="1400">
              <a:solidFill>
                <a:srgbClr val="A9E1F5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0ED65FC-FD1F-496F-8DC8-74A864E84052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58A14C-6D19-4FA6-AF69-4C27D430BDD7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AB6B9A-9E10-472F-88DF-12B703C54815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600" b="1">
                <a:solidFill>
                  <a:srgbClr val="FFFFFF"/>
                </a:solidFill>
                <a:latin typeface="Calibri"/>
                <a:cs typeface="Calibri"/>
              </a:rPr>
              <a:t>Object Class
Methods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469A5A-C3DE-40F9-9D38-309B83443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7485782"/>
              </p:ext>
            </p:extLst>
          </p:nvPr>
        </p:nvGraphicFramePr>
        <p:xfrm>
          <a:off x="3746500" y="762000"/>
          <a:ext cx="5207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3500">
                  <a:extLst>
                    <a:ext uri="{9D8B030D-6E8A-4147-A177-3AD203B41FA5}">
                      <a16:colId xmlns:a16="http://schemas.microsoft.com/office/drawing/2014/main" val="136236212"/>
                    </a:ext>
                  </a:extLst>
                </a:gridCol>
                <a:gridCol w="2603500">
                  <a:extLst>
                    <a:ext uri="{9D8B030D-6E8A-4147-A177-3AD203B41FA5}">
                      <a16:colId xmlns:a16="http://schemas.microsoft.com/office/drawing/2014/main" val="1758486197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D1B2A"/>
                          </a:solidFill>
                        </a:rPr>
                        <a:t>Method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>
                          <a:solidFill>
                            <a:srgbClr val="0D1B2A"/>
                          </a:solidFill>
                        </a:rPr>
                        <a:t>Purpose</a:t>
                      </a:r>
                    </a:p>
                  </a:txBody>
                  <a:tcPr anchor="ctr"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961819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A9E1F5"/>
                          </a:solidFill>
                          <a:latin typeface="Consolas"/>
                        </a:rPr>
                        <a:t>Equals(obj)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FFFFFF"/>
                          </a:solidFill>
                        </a:rPr>
                        <a:t>Compares two instances for equality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468028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A9E1F5"/>
                          </a:solidFill>
                          <a:latin typeface="Consolas"/>
                        </a:rPr>
                        <a:t>GetHashCode()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FFFFFF"/>
                          </a:solidFill>
                        </a:rPr>
                        <a:t>Returns a hash for use in collections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34206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A9E1F5"/>
                          </a:solidFill>
                          <a:latin typeface="Consolas"/>
                        </a:rPr>
                        <a:t>GetType()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FFFFFF"/>
                          </a:solidFill>
                        </a:rPr>
                        <a:t>Returns runtime type information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21868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A9E1F5"/>
                          </a:solidFill>
                          <a:latin typeface="Consolas"/>
                        </a:rPr>
                        <a:t>ToString()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FFFFFF"/>
                          </a:solidFill>
                        </a:rPr>
                        <a:t>Returns a string representation</a:t>
                      </a:r>
                    </a:p>
                  </a:txBody>
                  <a:tcPr anchor="ctr">
                    <a:solidFill>
                      <a:srgbClr val="1422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077117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A9E1F5"/>
                          </a:solidFill>
                          <a:latin typeface="Consolas"/>
                        </a:rPr>
                        <a:t>Finalize()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300" b="0">
                          <a:solidFill>
                            <a:srgbClr val="FFFFFF"/>
                          </a:solidFill>
                        </a:rPr>
                        <a:t>Called by GC before object is reclaimed</a:t>
                      </a:r>
                    </a:p>
                  </a:txBody>
                  <a:tcPr anchor="ctr">
                    <a:solidFill>
                      <a:srgbClr val="1B2B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00830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FB8A5CE9-D793-4972-BD49-45BC5AD7ED21}"/>
              </a:ext>
            </a:extLst>
          </p:cNvPr>
          <p:cNvSpPr txBox="1"/>
          <p:nvPr/>
        </p:nvSpPr>
        <p:spPr>
          <a:xfrm>
            <a:off x="3746500" y="5588000"/>
            <a:ext cx="5207000" cy="889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i="1">
                <a:solidFill>
                  <a:srgbClr val="A9E1F5"/>
                </a:solidFill>
                <a:latin typeface="Calibri"/>
                <a:cs typeface="Calibri"/>
              </a:rPr>
              <a:t>Every type in .NET — value or reference — ultimately inherits from System.Object.</a:t>
            </a:r>
            <a:endParaRPr lang="en-IN" sz="1300" i="1">
              <a:solidFill>
                <a:srgbClr val="A9E1F5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4014F2-0FC2-47C6-9441-6E7B727CB924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6AB22E-2C01-4781-98AA-7D400FE3E35C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20294E-D604-4B85-A4EA-321DDF5B8B8F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  <a:latin typeface="Calibri"/>
                <a:cs typeface="Calibri"/>
              </a:rPr>
              <a:t>Equals()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5FFE57-AEC9-4D95-B1B3-B5D03E1261D7}"/>
              </a:ext>
            </a:extLst>
          </p:cNvPr>
          <p:cNvSpPr txBox="1"/>
          <p:nvPr/>
        </p:nvSpPr>
        <p:spPr>
          <a:xfrm>
            <a:off x="3873500" y="444500"/>
            <a:ext cx="5016500" cy="615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Default Behavior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Reference types: compares references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Value types: compares field values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Override Contract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Reflexive, symmetric, transitive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Always override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GetHashCode()</a:t>
            </a:r>
            <a:r>
              <a:rPr lang="en-US" sz="1300" dirty="0">
                <a:solidFill>
                  <a:srgbClr val="FFFFFF"/>
                </a:solidFill>
              </a:rPr>
              <a:t> with it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Equal objects must produce equal hashes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Example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override bool Equals(object? o)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if (o is not Point p) return false;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return X == p.X &amp;&amp; Y == p.Y;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override int GetHashCode() =&gt;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HashCode.Combine(X, Y);</a:t>
            </a:r>
          </a:p>
        </p:txBody>
      </p:sp>
    </p:spTree>
    <p:extLst>
      <p:ext uri="{BB962C8B-B14F-4D97-AF65-F5344CB8AC3E}">
        <p14:creationId xmlns:p14="http://schemas.microsoft.com/office/powerpoint/2010/main" val="1960243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86149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601" y="643467"/>
            <a:ext cx="2561709" cy="5571066"/>
          </a:xfrm>
        </p:spPr>
        <p:txBody>
          <a:bodyPr>
            <a:normAutofit/>
          </a:bodyPr>
          <a:lstStyle/>
          <a:p>
            <a:r>
              <a:rPr lang="en-IN" sz="2000">
                <a:solidFill>
                  <a:srgbClr val="FFFFFF"/>
                </a:solidFill>
              </a:rPr>
              <a:t>GetHashCode Method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80C7161-CC44-F2D6-A5FB-65612DB2C1A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202906" y="954088"/>
          <a:ext cx="4231481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1448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AE514F-264B-46CD-A26F-15945678D54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D14F5-FE3D-4D9C-81A1-DA90960BDDAC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D8FEC4-6A8C-4C34-BB71-3EB936B13048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  <a:latin typeface="Calibri"/>
                <a:cs typeface="Calibri"/>
              </a:rPr>
              <a:t>GetType()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672B96-CA6B-4828-82BA-B20B97C40595}"/>
              </a:ext>
            </a:extLst>
          </p:cNvPr>
          <p:cNvSpPr txBox="1"/>
          <p:nvPr/>
        </p:nvSpPr>
        <p:spPr>
          <a:xfrm>
            <a:off x="3873500" y="444500"/>
            <a:ext cx="5016500" cy="615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What It Returns</a:t>
            </a:r>
          </a:p>
          <a:p>
            <a:pPr>
              <a:buNone/>
            </a:pPr>
            <a:r>
              <a:rPr lang="en-US" sz="1300" dirty="0">
                <a:solidFill>
                  <a:srgbClr val="FFFFFF"/>
                </a:solidFill>
              </a:rPr>
              <a:t>A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System.Type</a:t>
            </a:r>
            <a:r>
              <a:rPr lang="en-US" sz="1300" dirty="0">
                <a:solidFill>
                  <a:srgbClr val="FFFFFF"/>
                </a:solidFill>
              </a:rPr>
              <a:t> instance describing the </a:t>
            </a:r>
            <a:r>
              <a:rPr lang="en-US" sz="1300" b="1" dirty="0">
                <a:solidFill>
                  <a:srgbClr val="00B4D8"/>
                </a:solidFill>
              </a:rPr>
              <a:t>runtime</a:t>
            </a:r>
            <a:r>
              <a:rPr lang="en-US" sz="1300" dirty="0">
                <a:solidFill>
                  <a:srgbClr val="FFFFFF"/>
                </a:solidFill>
              </a:rPr>
              <a:t> type of the object — not the declared type.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Use Cases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Reflection — inspect members, attributes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Exact type checks in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Equals()</a:t>
            </a:r>
            <a:r>
              <a:rPr lang="en-US" sz="1300" dirty="0">
                <a:solidFill>
                  <a:srgbClr val="FFFFFF"/>
                </a:solidFill>
              </a:rPr>
              <a:t> overrides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Diagnostics &amp; logging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Example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Animal a = new Dog();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Type t = a.GetType();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Console.WriteLine(t.Name);   // Dog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Console.WriteLine(typeof(Animal));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// Animal (compile-time)</a:t>
            </a:r>
          </a:p>
          <a:p>
            <a:pPr>
              <a:buNone/>
            </a:pPr>
            <a:endParaRPr lang="en-US" sz="600"/>
          </a:p>
          <a:p>
            <a:pPr>
              <a:buNone/>
            </a:pPr>
            <a:r>
              <a:rPr lang="en-US" sz="1200" b="1" dirty="0">
                <a:solidFill>
                  <a:srgbClr val="A9E1F5"/>
                </a:solidFill>
              </a:rPr>
              <a:t>Tip: </a:t>
            </a:r>
            <a:r>
              <a:rPr lang="en-US" sz="1200" dirty="0">
                <a:solidFill>
                  <a:srgbClr val="FFFFFF"/>
                </a:solidFill>
              </a:rPr>
              <a:t>use </a:t>
            </a:r>
            <a:r>
              <a:rPr lang="en-US" sz="1200" dirty="0">
                <a:solidFill>
                  <a:srgbClr val="A9E1F5"/>
                </a:solidFill>
                <a:latin typeface="Consolas"/>
              </a:rPr>
              <a:t>typeof(T)</a:t>
            </a:r>
            <a:r>
              <a:rPr lang="en-US" sz="1200" dirty="0">
                <a:solidFill>
                  <a:srgbClr val="FFFFFF"/>
                </a:solidFill>
              </a:rPr>
              <a:t> for compile-time, </a:t>
            </a:r>
            <a:r>
              <a:rPr lang="en-US" sz="1200" dirty="0">
                <a:solidFill>
                  <a:srgbClr val="A9E1F5"/>
                </a:solidFill>
                <a:latin typeface="Consolas"/>
              </a:rPr>
              <a:t>GetType()</a:t>
            </a:r>
            <a:r>
              <a:rPr lang="en-US" sz="1200" dirty="0">
                <a:solidFill>
                  <a:srgbClr val="FFFFFF"/>
                </a:solidFill>
              </a:rPr>
              <a:t> for runtime.</a:t>
            </a:r>
          </a:p>
        </p:txBody>
      </p:sp>
    </p:spTree>
    <p:extLst>
      <p:ext uri="{BB962C8B-B14F-4D97-AF65-F5344CB8AC3E}">
        <p14:creationId xmlns:p14="http://schemas.microsoft.com/office/powerpoint/2010/main" val="36175563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Abstract Class vs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Abstract Class</a:t>
            </a:r>
          </a:p>
          <a:p>
            <a:r>
              <a:rPr lang="en-US" sz="1400">
                <a:solidFill>
                  <a:srgbClr val="FFFFFF"/>
                </a:solidFill>
              </a:rPr>
              <a:t>Can have fields, constructors, properties</a:t>
            </a:r>
          </a:p>
          <a:p>
            <a:r>
              <a:rPr lang="en-US" sz="1400">
                <a:solidFill>
                  <a:srgbClr val="FFFFFF"/>
                </a:solidFill>
              </a:rPr>
              <a:t>Supports partial implementation</a:t>
            </a:r>
          </a:p>
          <a:p>
            <a:r>
              <a:rPr lang="en-US" sz="1400">
                <a:solidFill>
                  <a:srgbClr val="FFFFFF"/>
                </a:solidFill>
              </a:rPr>
              <a:t>Single inheritance only</a:t>
            </a:r>
          </a:p>
          <a:p>
            <a:r>
              <a:rPr lang="en-US" sz="1400">
                <a:solidFill>
                  <a:srgbClr val="FFFFFF"/>
                </a:solidFill>
              </a:rPr>
              <a:t>Can have access modifiers on members</a:t>
            </a:r>
          </a:p>
          <a:p>
            <a:r>
              <a:rPr lang="en-US" sz="1400">
                <a:solidFill>
                  <a:srgbClr val="FFFFFF"/>
                </a:solidFill>
              </a:rPr>
              <a:t>Best for: shared base functionality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Interface</a:t>
            </a:r>
          </a:p>
          <a:p>
            <a:r>
              <a:rPr lang="en-US" sz="1400">
                <a:solidFill>
                  <a:srgbClr val="FFFFFF"/>
                </a:solidFill>
              </a:rPr>
              <a:t>No fields or constructors allowed</a:t>
            </a:r>
          </a:p>
          <a:p>
            <a:r>
              <a:rPr lang="en-US" sz="1400">
                <a:solidFill>
                  <a:srgbClr val="FFFFFF"/>
                </a:solidFill>
              </a:rPr>
              <a:t>Supports multiple inheritance</a:t>
            </a:r>
          </a:p>
          <a:p>
            <a:r>
              <a:rPr lang="en-US" sz="1400">
                <a:solidFill>
                  <a:srgbClr val="FFFFFF"/>
                </a:solidFill>
              </a:rPr>
              <a:t>All members are public by default</a:t>
            </a:r>
          </a:p>
          <a:p>
            <a:r>
              <a:rPr lang="en-US" sz="1400">
                <a:solidFill>
                  <a:srgbClr val="FFFFFF"/>
                </a:solidFill>
              </a:rPr>
              <a:t>Default implementations since C# 8.0</a:t>
            </a:r>
          </a:p>
          <a:p>
            <a:r>
              <a:rPr lang="en-US" sz="1400">
                <a:solidFill>
                  <a:srgbClr val="FFFFFF"/>
                </a:solidFill>
              </a:rPr>
              <a:t>Best for: defining contracts and capabilities</a:t>
            </a:r>
          </a:p>
        </p:txBody>
      </p:sp>
    </p:spTree>
    <p:extLst>
      <p:ext uri="{BB962C8B-B14F-4D97-AF65-F5344CB8AC3E}">
        <p14:creationId xmlns:p14="http://schemas.microsoft.com/office/powerpoint/2010/main" val="3653102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91D8526-1A9C-4BDB-8C49-725304259697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9BFDE1-D7BD-4654-A0B9-EAA6D91B7C53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243A36-21B7-45E9-8D67-84963AE84E1D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  <a:latin typeface="Calibri"/>
                <a:cs typeface="Calibri"/>
              </a:rPr>
              <a:t>ToString()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9C4343-30E2-45E3-87B9-6FE0380D030A}"/>
              </a:ext>
            </a:extLst>
          </p:cNvPr>
          <p:cNvSpPr txBox="1"/>
          <p:nvPr/>
        </p:nvSpPr>
        <p:spPr>
          <a:xfrm>
            <a:off x="3873500" y="444500"/>
            <a:ext cx="5016500" cy="615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Purpose</a:t>
            </a:r>
          </a:p>
          <a:p>
            <a:pPr>
              <a:buNone/>
            </a:pPr>
            <a:r>
              <a:rPr lang="en-US" sz="1300" dirty="0">
                <a:solidFill>
                  <a:srgbClr val="FFFFFF"/>
                </a:solidFill>
              </a:rPr>
              <a:t>Returns a string that represents the current object. Default returns the fully qualified type name.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Override Example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public override string ToString()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{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  return $"{Name} (Age: {Age})";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}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When It's Called</a:t>
            </a:r>
          </a:p>
          <a:p>
            <a:pPr marL="171450" indent="-17145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Console.WriteLine(obj) — implicit call</a:t>
            </a:r>
          </a:p>
          <a:p>
            <a:pPr marL="171450" indent="-17145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String concatenation with objects</a:t>
            </a:r>
          </a:p>
          <a:p>
            <a:pPr marL="171450" indent="-17145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String interpolation: $"{obj}"</a:t>
            </a:r>
          </a:p>
          <a:p>
            <a:pPr marL="171450" indent="-17145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Debugger display in Visual Studio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Best Practice</a:t>
            </a:r>
          </a:p>
          <a:p>
            <a:pPr marL="171450" indent="-17145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Return concise, human-readable text</a:t>
            </a:r>
          </a:p>
          <a:p>
            <a:pPr marL="171450" indent="-17145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Avoid throwing exceptions inside it</a:t>
            </a:r>
          </a:p>
        </p:txBody>
      </p:sp>
    </p:spTree>
    <p:extLst>
      <p:ext uri="{BB962C8B-B14F-4D97-AF65-F5344CB8AC3E}">
        <p14:creationId xmlns:p14="http://schemas.microsoft.com/office/powerpoint/2010/main" val="610505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92D92E-37C2-4DEE-B75C-CC1A29086DCE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89BF5A-EF17-43F3-B036-684C7AC2DEA4}"/>
              </a:ext>
            </a:extLst>
          </p:cNvPr>
          <p:cNvSpPr/>
          <p:nvPr/>
        </p:nvSpPr>
        <p:spPr>
          <a:xfrm>
            <a:off x="0" y="0"/>
            <a:ext cx="3492500" cy="6858000"/>
          </a:xfrm>
          <a:prstGeom prst="rect">
            <a:avLst/>
          </a:prstGeom>
          <a:solidFill>
            <a:srgbClr val="00B4D8"/>
          </a:solidFill>
          <a:ln w="15875" cap="flat" cmpd="sng" algn="ctr">
            <a:noFill/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3690383-84CE-43BC-AD6A-F090312774EB}"/>
              </a:ext>
            </a:extLst>
          </p:cNvPr>
          <p:cNvSpPr txBox="1"/>
          <p:nvPr/>
        </p:nvSpPr>
        <p:spPr>
          <a:xfrm>
            <a:off x="381000" y="2540000"/>
            <a:ext cx="2794000" cy="177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IN" sz="2800" b="1">
                <a:solidFill>
                  <a:srgbClr val="FFFFFF"/>
                </a:solidFill>
                <a:latin typeface="Calibri"/>
                <a:cs typeface="Calibri"/>
              </a:rPr>
              <a:t>is and as Operators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408602-BEE0-4982-88EC-EFD7950D0531}"/>
              </a:ext>
            </a:extLst>
          </p:cNvPr>
          <p:cNvSpPr txBox="1"/>
          <p:nvPr/>
        </p:nvSpPr>
        <p:spPr>
          <a:xfrm>
            <a:off x="3873500" y="444500"/>
            <a:ext cx="5016500" cy="61595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noAutofit/>
          </a:bodyPr>
          <a:lstStyle/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is — Type Check</a:t>
            </a:r>
          </a:p>
          <a:p>
            <a:pPr>
              <a:buNone/>
            </a:pPr>
            <a:r>
              <a:rPr lang="en-US" sz="1300" dirty="0">
                <a:solidFill>
                  <a:srgbClr val="FFFFFF"/>
                </a:solidFill>
              </a:rPr>
              <a:t>Tests if an object is compatible with a type. Returns </a:t>
            </a:r>
            <a:r>
              <a:rPr lang="en-US" sz="1300" b="1" dirty="0">
                <a:solidFill>
                  <a:srgbClr val="FFFFFF"/>
                </a:solidFill>
              </a:rPr>
              <a:t>bool</a:t>
            </a:r>
            <a:r>
              <a:rPr lang="en-US" sz="1300" dirty="0">
                <a:solidFill>
                  <a:srgbClr val="FFFFFF"/>
                </a:solidFill>
              </a:rPr>
              <a:t>.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if (animal is Dog dog)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    dog.Bark();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as — Safe Cast</a:t>
            </a:r>
          </a:p>
          <a:p>
            <a:pPr>
              <a:buNone/>
            </a:pPr>
            <a:r>
              <a:rPr lang="en-US" sz="1300" dirty="0">
                <a:solidFill>
                  <a:srgbClr val="FFFFFF"/>
                </a:solidFill>
              </a:rPr>
              <a:t>Attempts to cast. Returns </a:t>
            </a:r>
            <a:r>
              <a:rPr lang="en-US" sz="1300" b="1" dirty="0">
                <a:solidFill>
                  <a:srgbClr val="FFFFFF"/>
                </a:solidFill>
              </a:rPr>
              <a:t>null</a:t>
            </a:r>
            <a:r>
              <a:rPr lang="en-US" sz="1300" dirty="0">
                <a:solidFill>
                  <a:srgbClr val="FFFFFF"/>
                </a:solidFill>
              </a:rPr>
              <a:t> on failure — no exception.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Dog dog = animal as Dog;</a:t>
            </a:r>
          </a:p>
          <a:p>
            <a:pPr>
              <a:buNone/>
            </a:pPr>
            <a:r>
              <a:rPr lang="en-US" sz="1100" dirty="0">
                <a:solidFill>
                  <a:srgbClr val="A9E1F5"/>
                </a:solidFill>
                <a:latin typeface="Consolas"/>
              </a:rPr>
              <a:t>if (dog != null) dog.Bark();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When to Use Which</a:t>
            </a:r>
          </a:p>
          <a:p>
            <a:pPr marL="171450" indent="-171450">
              <a:buFont typeface="Arial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is</a:t>
            </a:r>
            <a:r>
              <a:rPr lang="en-US" sz="1300" dirty="0">
                <a:solidFill>
                  <a:srgbClr val="FFFFFF"/>
                </a:solidFill>
              </a:rPr>
              <a:t> with pattern matching — modern, concise</a:t>
            </a:r>
          </a:p>
          <a:p>
            <a:pPr marL="171450" indent="-171450">
              <a:buFont typeface="Arial"/>
              <a:buChar char="•"/>
            </a:pPr>
            <a:r>
              <a:rPr lang="en-US" sz="1300" b="1" dirty="0">
                <a:solidFill>
                  <a:srgbClr val="FFFFFF"/>
                </a:solidFill>
              </a:rPr>
              <a:t>as</a:t>
            </a:r>
            <a:r>
              <a:rPr lang="en-US" sz="1300" dirty="0">
                <a:solidFill>
                  <a:srgbClr val="FFFFFF"/>
                </a:solidFill>
              </a:rPr>
              <a:t> for reference and nullable types only</a:t>
            </a:r>
          </a:p>
          <a:p>
            <a:pPr marL="171450" indent="-171450">
              <a:buFont typeface="Arial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Avoid direct casts </a:t>
            </a:r>
            <a:r>
              <a:rPr lang="en-US" sz="1300" dirty="0">
                <a:solidFill>
                  <a:srgbClr val="A9E1F5"/>
                </a:solidFill>
                <a:latin typeface="Consolas"/>
              </a:rPr>
              <a:t>(Dog)animal</a:t>
            </a:r>
            <a:r>
              <a:rPr lang="en-US" sz="1300" dirty="0">
                <a:solidFill>
                  <a:srgbClr val="FFFFFF"/>
                </a:solidFill>
              </a:rPr>
              <a:t> — they throw on mismatch</a:t>
            </a:r>
          </a:p>
          <a:p>
            <a:pPr>
              <a:buNone/>
            </a:pPr>
            <a:r>
              <a:rPr lang="en-US" sz="800" dirty="0"/>
              <a:t> </a:t>
            </a:r>
          </a:p>
          <a:p>
            <a:pPr>
              <a:buNone/>
            </a:pPr>
            <a:r>
              <a:rPr lang="en-US" sz="1500" b="1" dirty="0">
                <a:solidFill>
                  <a:srgbClr val="00B4D8"/>
                </a:solidFill>
              </a:rPr>
              <a:t>Polymorphism in Action</a:t>
            </a:r>
          </a:p>
          <a:p>
            <a:pPr>
              <a:buNone/>
            </a:pPr>
            <a:r>
              <a:rPr lang="en-US" sz="1300" dirty="0">
                <a:solidFill>
                  <a:srgbClr val="FFFFFF"/>
                </a:solidFill>
              </a:rPr>
              <a:t>Essential when working with collections of base types and inspecting runtime behavior.</a:t>
            </a:r>
          </a:p>
        </p:txBody>
      </p:sp>
    </p:spTree>
    <p:extLst>
      <p:ext uri="{BB962C8B-B14F-4D97-AF65-F5344CB8AC3E}">
        <p14:creationId xmlns:p14="http://schemas.microsoft.com/office/powerpoint/2010/main" val="7862956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9E4C68A-A4A9-48A4-9FF2-D2896B1EA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B9AEA5-52CB-49A6-AF8A-33502F291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9072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91" y="804333"/>
            <a:ext cx="2543925" cy="5249334"/>
          </a:xfrm>
        </p:spPr>
        <p:txBody>
          <a:bodyPr>
            <a:normAutofit/>
          </a:bodyPr>
          <a:lstStyle/>
          <a:p>
            <a:pPr algn="l"/>
            <a:r>
              <a:rPr lang="en-IN" sz="2000">
                <a:solidFill>
                  <a:srgbClr val="FFFFFF"/>
                </a:solidFill>
              </a:rPr>
              <a:t>Hands-On Lab (Module 8)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13286" y="804333"/>
            <a:ext cx="4729502" cy="5249334"/>
          </a:xfrm>
        </p:spPr>
        <p:txBody>
          <a:bodyPr anchor="t">
            <a:normAutofit/>
          </a:bodyPr>
          <a:lstStyle/>
          <a:p>
            <a:r>
              <a:rPr lang="en-US" sz="1800" b="1">
                <a:solidFill>
                  <a:srgbClr val="00B4D8"/>
                </a:solidFill>
              </a:rPr>
              <a:t>Exercise 1: ToString Override</a:t>
            </a:r>
          </a:p>
          <a:p>
            <a:r>
              <a:rPr lang="en-US" sz="1400">
                <a:solidFill>
                  <a:srgbClr val="FFFFFF"/>
                </a:solidFill>
              </a:rPr>
              <a:t>Create a Person class with Name and Age properties</a:t>
            </a:r>
          </a:p>
          <a:p>
            <a:r>
              <a:rPr lang="en-US" sz="1400">
                <a:solidFill>
                  <a:srgbClr val="FFFFFF"/>
                </a:solidFill>
              </a:rPr>
              <a:t>Override ToString() to return a formatted string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Exercise 2: Equals and GetHashCode</a:t>
            </a:r>
          </a:p>
          <a:p>
            <a:r>
              <a:rPr lang="en-US" sz="1400">
                <a:solidFill>
                  <a:srgbClr val="FFFFFF"/>
                </a:solidFill>
              </a:rPr>
              <a:t>Override Equals() to compare by Name and Age</a:t>
            </a:r>
          </a:p>
          <a:p>
            <a:r>
              <a:rPr lang="en-US" sz="1400">
                <a:solidFill>
                  <a:srgbClr val="FFFFFF"/>
                </a:solidFill>
              </a:rPr>
              <a:t>Implement matching GetHashCode() using HashCode.Combine</a:t>
            </a:r>
          </a:p>
          <a:p>
            <a:r>
              <a:rPr lang="en-US" sz="1400">
                <a:solidFill>
                  <a:srgbClr val="FFFFFF"/>
                </a:solidFill>
              </a:rPr>
              <a:t>Test with Dictionary&lt;Person, string&gt;</a:t>
            </a:r>
          </a:p>
          <a:p>
            <a:endParaRPr lang="en-US" sz="800"/>
          </a:p>
          <a:p>
            <a:r>
              <a:rPr lang="en-US" sz="1800" b="1">
                <a:solidFill>
                  <a:srgbClr val="00B4D8"/>
                </a:solidFill>
              </a:rPr>
              <a:t>Exercise 3: Type Checking</a:t>
            </a:r>
          </a:p>
          <a:p>
            <a:r>
              <a:rPr lang="en-US" sz="1400">
                <a:solidFill>
                  <a:srgbClr val="FFFFFF"/>
                </a:solidFill>
              </a:rPr>
              <a:t>Use is and as to check and cast object types</a:t>
            </a:r>
          </a:p>
          <a:p>
            <a:r>
              <a:rPr lang="en-US" sz="1400">
                <a:solidFill>
                  <a:srgbClr val="FFFFFF"/>
                </a:solidFill>
              </a:rPr>
              <a:t>Practice pattern matching with switch expressions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0BC8400-D15E-4CAC-9B34-693F16514EDA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ae1aa60e-0eae-4cc7-9c63-57b3e20aa598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622</TotalTime>
  <Words>1476</Words>
  <Application>Microsoft Office PowerPoint</Application>
  <PresentationFormat>On-screen Show (4:3)</PresentationFormat>
  <Paragraphs>296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Calibri</vt:lpstr>
      <vt:lpstr>Consolas</vt:lpstr>
      <vt:lpstr>Tw Cen MT</vt:lpstr>
      <vt:lpstr>Tw Cen MT Condensed</vt:lpstr>
      <vt:lpstr>Wingdings 3</vt:lpstr>
      <vt:lpstr>Integral</vt:lpstr>
      <vt:lpstr>PowerPoint Presentation</vt:lpstr>
      <vt:lpstr>PowerPoint Presentation</vt:lpstr>
      <vt:lpstr>Abstract Class</vt:lpstr>
      <vt:lpstr>PowerPoint Presentation</vt:lpstr>
      <vt:lpstr>Abstract Impl. Deep Dive</vt:lpstr>
      <vt:lpstr>PowerPoint Presentation</vt:lpstr>
      <vt:lpstr>Interface Deep Dive</vt:lpstr>
      <vt:lpstr>PowerPoint Presentation</vt:lpstr>
      <vt:lpstr>Interface Impl. Deep Dive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GetHashCode Method</vt:lpstr>
      <vt:lpstr>PowerPoint Presentation</vt:lpstr>
      <vt:lpstr>Abstract Class vs Interface</vt:lpstr>
      <vt:lpstr>PowerPoint Presentation</vt:lpstr>
      <vt:lpstr>PowerPoint Presentation</vt:lpstr>
      <vt:lpstr>Hands-On Lab (Module 8)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Vikash Verma</cp:lastModifiedBy>
  <cp:revision>7</cp:revision>
  <dcterms:created xsi:type="dcterms:W3CDTF">2013-01-27T09:14:16Z</dcterms:created>
  <dcterms:modified xsi:type="dcterms:W3CDTF">2026-05-21T03:57:11Z</dcterms:modified>
  <cp:category/>
</cp:coreProperties>
</file>