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3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69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4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0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3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4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59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18: Data Access using ADO.NET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Basics of ADO.NET</a:t>
            </a:r>
          </a:p>
          <a:p>
            <a:r>
              <a:t>Connection, Command</a:t>
            </a:r>
          </a:p>
          <a:p>
            <a:r>
              <a:t>CRUD Operations</a:t>
            </a:r>
          </a:p>
          <a:p>
            <a:r>
              <a:t>Parameters</a:t>
            </a:r>
          </a:p>
          <a:p>
            <a:r>
              <a:t>Direct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ADO.NET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ADO.NET is used for data access in .NET</a:t>
            </a:r>
          </a:p>
          <a:p>
            <a:r>
              <a:t>Works with relational databases</a:t>
            </a:r>
          </a:p>
          <a:p>
            <a:r>
              <a:t>Disconnected architecture</a:t>
            </a:r>
          </a:p>
          <a:p>
            <a:r>
              <a:t>Key objects: Connection, Command, DataReader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a connection to database</a:t>
            </a:r>
          </a:p>
          <a:p>
            <a:r>
              <a:t>Examples: SqlConnection</a:t>
            </a:r>
          </a:p>
          <a:p>
            <a:r>
              <a:t>Open() and Close() methods</a:t>
            </a:r>
          </a:p>
          <a:p>
            <a:r>
              <a:t>Connection string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execute SQL queries</a:t>
            </a:r>
          </a:p>
          <a:p>
            <a:r>
              <a:t>Types: Text, StoredProcedure</a:t>
            </a:r>
          </a:p>
          <a:p>
            <a:r>
              <a:t>Methods: ExecuteNonQuery, ExecuteReader, ExecuteScalar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Command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SQL directly</a:t>
            </a:r>
          </a:p>
          <a:p>
            <a:r>
              <a:t>Example: INSERT, UPDATE, DELETE</a:t>
            </a:r>
          </a:p>
          <a:p>
            <a:r>
              <a:t>Use ExecuteNonQuery()</a:t>
            </a:r>
          </a:p>
          <a:p>
            <a:r>
              <a:t>Returns number of affected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SQL Injection</a:t>
            </a:r>
          </a:p>
          <a:p>
            <a:r>
              <a:t>Use Parameters.AddWithValue()</a:t>
            </a:r>
          </a:p>
          <a:p>
            <a:r>
              <a:t>Improves performance and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Create: INSERT</a:t>
            </a:r>
          </a:p>
          <a:p>
            <a:r>
              <a:t>Read: SELECT</a:t>
            </a:r>
          </a:p>
          <a:p>
            <a:r>
              <a:t>Update: UPDATE</a:t>
            </a:r>
          </a:p>
          <a:p>
            <a:r>
              <a:t>Delete: DELETE</a:t>
            </a:r>
          </a:p>
          <a:p>
            <a:r>
              <a:t>Use Command object for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19: ASP.NET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ASP.NET Core</a:t>
            </a:r>
          </a:p>
          <a:p>
            <a:r>
              <a:t>Creating Applications</a:t>
            </a:r>
          </a:p>
          <a:p>
            <a:r>
              <a:t>Hosting Environment</a:t>
            </a:r>
          </a:p>
          <a:p>
            <a:r>
              <a:t>Web Servers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ASP.NET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Cross-platform web framework</a:t>
            </a:r>
          </a:p>
          <a:p>
            <a:r>
              <a:t>High performance</a:t>
            </a:r>
          </a:p>
          <a:p>
            <a:r>
              <a:t>Open-source</a:t>
            </a:r>
          </a:p>
          <a:p>
            <a:r>
              <a:t>Supports cloud-based 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Cross-platform</a:t>
            </a:r>
          </a:p>
          <a:p>
            <a:r>
              <a:t>High performance</a:t>
            </a:r>
          </a:p>
          <a:p>
            <a:r>
              <a:t>Built-in DI</a:t>
            </a:r>
          </a:p>
          <a:p>
            <a:r>
              <a:t>Lightweight and modular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ASP.NET Core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Visual Studio</a:t>
            </a:r>
          </a:p>
          <a:p>
            <a:r>
              <a:t>Choose Empty Template</a:t>
            </a:r>
          </a:p>
          <a:p>
            <a:r>
              <a:t>Configure Program.cs</a:t>
            </a:r>
          </a:p>
          <a:p>
            <a:r>
              <a:t>Add middleware manually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vs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Console: Runs commands</a:t>
            </a:r>
          </a:p>
          <a:p>
            <a:r>
              <a:t>Web App: Handles HTTP requests</a:t>
            </a:r>
          </a:p>
          <a:p>
            <a:r>
              <a:t>ASP.NET Core is for Web 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runtime environment</a:t>
            </a:r>
          </a:p>
          <a:p>
            <a:r>
              <a:t>Development, Staging, Production</a:t>
            </a:r>
          </a:p>
          <a:p>
            <a:r>
              <a:t>Controlled via environment variables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WebApplication</a:t>
            </a:r>
          </a:p>
          <a:p>
            <a:r>
              <a:t>IApplicationBuilder</a:t>
            </a:r>
          </a:p>
          <a:p>
            <a:r>
              <a:t>WebHost</a:t>
            </a:r>
          </a:p>
          <a:p>
            <a:r>
              <a:t>Used to configure app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Kestrel: Default server</a:t>
            </a:r>
          </a:p>
          <a:p>
            <a:r>
              <a:t>IIS Express: Dev server</a:t>
            </a:r>
          </a:p>
          <a:p>
            <a:r>
              <a:t>IIS: Production</a:t>
            </a:r>
          </a:p>
          <a:p>
            <a:r>
              <a:t>Apache/Nginx via reverse proxy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20: Services &amp;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Injection</a:t>
            </a:r>
          </a:p>
          <a:p>
            <a:r>
              <a:t>ServiceCollection</a:t>
            </a:r>
          </a:p>
          <a:p>
            <a:r>
              <a:t>Middleware</a:t>
            </a:r>
          </a:p>
          <a:p>
            <a:r>
              <a:t>Request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pattern for loose coupling</a:t>
            </a:r>
          </a:p>
          <a:p>
            <a:r>
              <a:t>Inject dependencies instead of creating them</a:t>
            </a:r>
          </a:p>
          <a:p>
            <a:r>
              <a:t>Improves testability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 in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DI container</a:t>
            </a:r>
          </a:p>
          <a:p>
            <a:r>
              <a:t>Configured in Program.cs</a:t>
            </a:r>
          </a:p>
          <a:p>
            <a:r>
              <a:t>Supports Scoped, Transient, Singleton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to register services</a:t>
            </a:r>
          </a:p>
          <a:p>
            <a:r>
              <a:t>Methods: AddScoped, AddSingleton, AddTransient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builder.Services.AddScoped&lt;IService, Service&gt;()</a:t>
            </a:r>
          </a:p>
          <a:p>
            <a:r>
              <a:t>Registers service for 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HTTP requests/responses</a:t>
            </a:r>
          </a:p>
          <a:p>
            <a:r>
              <a:t>Configured in pipeline</a:t>
            </a:r>
          </a:p>
          <a:p>
            <a:r>
              <a:t>Executes sequentially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Middleware?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request handling</a:t>
            </a:r>
          </a:p>
          <a:p>
            <a:r>
              <a:t>Logging, Authentication, Error handling</a:t>
            </a:r>
          </a:p>
          <a:p>
            <a:r>
              <a:t>Reusable components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middleware processes request</a:t>
            </a:r>
          </a:p>
          <a:p>
            <a:r>
              <a:t>Can pass to next middleware</a:t>
            </a:r>
          </a:p>
          <a:p>
            <a:r>
              <a:t>Can short-circuit 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Exception Handling</a:t>
            </a:r>
          </a:p>
          <a:p>
            <a:r>
              <a:t>Static Files</a:t>
            </a:r>
          </a:p>
          <a:p>
            <a:r>
              <a:t>Environment-based config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397</Words>
  <Application>Microsoft Office PowerPoint</Application>
  <PresentationFormat>On-screen Show (4:3)</PresentationFormat>
  <Paragraphs>108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Module 18: Data Access using ADO.NET</vt:lpstr>
      <vt:lpstr>ADO.NET Overview</vt:lpstr>
      <vt:lpstr>Connection Class</vt:lpstr>
      <vt:lpstr>Command Class</vt:lpstr>
      <vt:lpstr>Direct Command Execution</vt:lpstr>
      <vt:lpstr>Using Parameters</vt:lpstr>
      <vt:lpstr>CRUD Operations</vt:lpstr>
      <vt:lpstr>Module 19: ASP.NET Core Architecture</vt:lpstr>
      <vt:lpstr>What is ASP.NET Core?</vt:lpstr>
      <vt:lpstr>Advantages</vt:lpstr>
      <vt:lpstr>Creating ASP.NET Core App</vt:lpstr>
      <vt:lpstr>Console vs Web App</vt:lpstr>
      <vt:lpstr>Hosting Environment</vt:lpstr>
      <vt:lpstr>Core Components</vt:lpstr>
      <vt:lpstr>Web Servers</vt:lpstr>
      <vt:lpstr>Module 20: Services &amp; Middleware</vt:lpstr>
      <vt:lpstr>Dependency Injection</vt:lpstr>
      <vt:lpstr>DI in ASP.NET Core</vt:lpstr>
      <vt:lpstr>ServiceCollection</vt:lpstr>
      <vt:lpstr>Registering Services</vt:lpstr>
      <vt:lpstr>Middleware Introduction</vt:lpstr>
      <vt:lpstr>Why Middleware?</vt:lpstr>
      <vt:lpstr>Request Processing Pipeline</vt:lpstr>
      <vt:lpstr>Common Middleware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2026-03-24T03:30:00Z</dcterms:modified>
  <cp:category/>
</cp:coreProperties>
</file>