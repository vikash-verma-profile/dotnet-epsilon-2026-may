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52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5439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483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02358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264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510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30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259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031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76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599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0270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34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25: Web API CRUD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CRUD operations in ASP.NET Core Web 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Retrieval Operations (GET)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Fetch data using GET</a:t>
            </a:r>
          </a:p>
          <a:p>
            <a:r>
              <a:t>Return single or multiple records</a:t>
            </a:r>
          </a:p>
          <a:p>
            <a:r>
              <a:t>Use IActionResult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Create Operations (POST)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Insert new data</a:t>
            </a:r>
          </a:p>
          <a:p>
            <a:r>
              <a:t>Use model binding</a:t>
            </a:r>
          </a:p>
          <a:p>
            <a:r>
              <a:t>Return CreatedAtAction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Update Operations (PUT/PATCH)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Modify existing records</a:t>
            </a:r>
          </a:p>
          <a:p>
            <a:r>
              <a:t>PUT: full update</a:t>
            </a:r>
          </a:p>
          <a:p>
            <a:r>
              <a:t>PATCH: partial update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Delete Operations (DELETE)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Remove records by ID</a:t>
            </a:r>
          </a:p>
          <a:p>
            <a:r>
              <a:t>Return NoContent or NotFound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Handling Bad Requests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Validate input</a:t>
            </a:r>
          </a:p>
          <a:p>
            <a:r>
              <a:t>Return BadRequest()</a:t>
            </a:r>
          </a:p>
          <a:p>
            <a:r>
              <a:t>Use ModelState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Async Task 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async/await</a:t>
            </a:r>
          </a:p>
          <a:p>
            <a:r>
              <a:t>Improve scalability</a:t>
            </a:r>
          </a:p>
          <a:p>
            <a:r>
              <a:t>Example: Task&lt;IActionResult&gt;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CORS (Cross-Origin Resource Sharing)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Allow cross-domain requests</a:t>
            </a:r>
          </a:p>
          <a:p>
            <a:r>
              <a:t>Use middleware</a:t>
            </a:r>
          </a:p>
          <a:p>
            <a:r>
              <a:t>Configure in Program.cs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with Postman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Send HTTP requests</a:t>
            </a:r>
          </a:p>
          <a:p>
            <a:r>
              <a:t>Test endpoints</a:t>
            </a:r>
          </a:p>
          <a:p>
            <a:r>
              <a:t>Check status codes &amp; responses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Exception Handling in Web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try-catch</a:t>
            </a:r>
          </a:p>
          <a:p>
            <a:r>
              <a:t>Return meaningful errors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Global 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Middleware-based handling</a:t>
            </a:r>
          </a:p>
          <a:p>
            <a:r>
              <a:t>Centralized exception logic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Tracing in Web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logging frameworks</a:t>
            </a:r>
          </a:p>
          <a:p>
            <a:r>
              <a:t>Track request flow</a:t>
            </a:r>
          </a:p>
          <a:p>
            <a:r>
              <a:t>Debug issues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 Testing Web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Test business logic</a:t>
            </a:r>
          </a:p>
          <a:p>
            <a:r>
              <a:t>Use xUnit/NUnit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Controllers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Mock dependencies</a:t>
            </a:r>
          </a:p>
          <a:p>
            <a:r>
              <a:t>Test endpoints behavior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Securing Application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Protect APIs using authentication &amp; authorization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Authentication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Verify user identity</a:t>
            </a:r>
          </a:p>
          <a:p>
            <a:r>
              <a:t>JWT, Cookies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Authorization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Role-based access</a:t>
            </a:r>
          </a:p>
          <a:p>
            <a:r>
              <a:t>Policy-based access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Token-Based Authentication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JWT tokens</a:t>
            </a:r>
          </a:p>
          <a:p>
            <a:r>
              <a:t>Stateless security</a:t>
            </a:r>
          </a:p>
          <a:p>
            <a:r>
              <a:t>Bearer tokens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Authentication/Authorization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Secure endpoints</a:t>
            </a:r>
          </a:p>
          <a:p>
            <a:r>
              <a:t>Use [Authorize]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Cookie Middleware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Session-based auth</a:t>
            </a:r>
          </a:p>
          <a:p>
            <a:r>
              <a:t>Store user info securely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</TotalTime>
  <Words>225</Words>
  <Application>Microsoft Office PowerPoint</Application>
  <PresentationFormat>On-screen Show (4:3)</PresentationFormat>
  <Paragraphs>67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Tw Cen MT</vt:lpstr>
      <vt:lpstr>Tw Cen MT Condensed</vt:lpstr>
      <vt:lpstr>Wingdings 3</vt:lpstr>
      <vt:lpstr>Integral</vt:lpstr>
      <vt:lpstr>Module 25: Web API CRUD</vt:lpstr>
      <vt:lpstr>Retrieval Operations (GET)</vt:lpstr>
      <vt:lpstr>Create Operations (POST)</vt:lpstr>
      <vt:lpstr>Update Operations (PUT/PATCH)</vt:lpstr>
      <vt:lpstr>Delete Operations (DELETE)</vt:lpstr>
      <vt:lpstr>Handling Bad Requests</vt:lpstr>
      <vt:lpstr>Async Task Usage</vt:lpstr>
      <vt:lpstr>CORS (Cross-Origin Resource Sharing)</vt:lpstr>
      <vt:lpstr>Testing with Postman</vt:lpstr>
      <vt:lpstr>Exception Handling in Web API</vt:lpstr>
      <vt:lpstr>Global Error Handling</vt:lpstr>
      <vt:lpstr>Tracing in Web API</vt:lpstr>
      <vt:lpstr>Unit Testing Web API</vt:lpstr>
      <vt:lpstr>Testing Controllers</vt:lpstr>
      <vt:lpstr>Securing Application</vt:lpstr>
      <vt:lpstr>Authentication</vt:lpstr>
      <vt:lpstr>Authorization</vt:lpstr>
      <vt:lpstr>Token-Based Authentication</vt:lpstr>
      <vt:lpstr>API Authentication/Authorization</vt:lpstr>
      <vt:lpstr>Cookie Middleware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2</cp:revision>
  <dcterms:created xsi:type="dcterms:W3CDTF">2013-01-27T09:14:16Z</dcterms:created>
  <dcterms:modified xsi:type="dcterms:W3CDTF">2026-03-26T03:48:14Z</dcterms:modified>
  <cp:category/>
</cp:coreProperties>
</file>