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34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176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298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1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082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004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3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811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44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642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157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14: File Handling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System.IO namespace</a:t>
            </a:r>
          </a:p>
          <a:p>
            <a:r>
              <a:t>• File, Path, Directory classes</a:t>
            </a:r>
          </a:p>
          <a:p>
            <a:r>
              <a:t>• StreamReader &amp; StreamWriter</a:t>
            </a:r>
          </a:p>
          <a:p>
            <a:r>
              <a:t>• Hands-on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System.IO Namespace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Provides classes for reading and writing files and data streams</a:t>
            </a:r>
          </a:p>
          <a:p>
            <a:r>
              <a:t>Examples: File, Directory, Path, Stream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File: Create, read, write files</a:t>
            </a:r>
          </a:p>
          <a:p>
            <a:r>
              <a:t>• Directory: Manage folders</a:t>
            </a:r>
          </a:p>
          <a:p>
            <a:r>
              <a:t>• Path: Handle file paths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Streams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StreamReader: Read text files</a:t>
            </a:r>
          </a:p>
          <a:p>
            <a:r>
              <a:t>• StreamWriter: Write text files</a:t>
            </a:r>
          </a:p>
          <a:p>
            <a:r>
              <a:t>• Used for efficient data handling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15: Memory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Memory allocation</a:t>
            </a:r>
          </a:p>
          <a:p>
            <a:r>
              <a:t>• Garbage Collection</a:t>
            </a:r>
          </a:p>
          <a:p>
            <a:r>
              <a:t>• Destructor</a:t>
            </a:r>
          </a:p>
          <a:p>
            <a:r>
              <a:t>• IDisposable &amp; Dispose</a:t>
            </a:r>
          </a:p>
          <a:p>
            <a:r>
              <a:t>• using block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Garbage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Automatic memory cleanup</a:t>
            </a:r>
          </a:p>
          <a:p>
            <a:r>
              <a:t>• Managed by CLR</a:t>
            </a:r>
          </a:p>
          <a:p>
            <a:r>
              <a:t>• Prevents memory leaks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IDisposable &amp; using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IDisposable: Release unmanaged resources</a:t>
            </a:r>
          </a:p>
          <a:p>
            <a:r>
              <a:t>• Dispose(): Clean up</a:t>
            </a:r>
          </a:p>
          <a:p>
            <a:r>
              <a:t>• using: Ensures disposal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16: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Convert object to byte stream</a:t>
            </a:r>
          </a:p>
          <a:p>
            <a:r>
              <a:t>• Types: Binary, XML, JSON</a:t>
            </a:r>
          </a:p>
          <a:p>
            <a:r>
              <a:t>• Used for storage and communication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XML &amp; JSON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XML: Structured, verbose</a:t>
            </a:r>
          </a:p>
          <a:p>
            <a:r>
              <a:t>• JSON: Lightweight, widely used</a:t>
            </a:r>
          </a:p>
          <a:p>
            <a:r>
              <a:t>• Libraries: System.Text.Json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17: Threading &amp;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Multithreading</a:t>
            </a:r>
          </a:p>
          <a:p>
            <a:r>
              <a:t>• Thread class</a:t>
            </a:r>
          </a:p>
          <a:p>
            <a:r>
              <a:t>• Tasks</a:t>
            </a:r>
          </a:p>
          <a:p>
            <a:r>
              <a:t>• Async operations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Threads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Create using Thread class</a:t>
            </a:r>
          </a:p>
          <a:p>
            <a:r>
              <a:t>• Start() method</a:t>
            </a:r>
          </a:p>
          <a:p>
            <a:r>
              <a:t>• Used for parallel execution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Tasks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Task.Run()</a:t>
            </a:r>
          </a:p>
          <a:p>
            <a:r>
              <a:t>• Return results</a:t>
            </a:r>
          </a:p>
          <a:p>
            <a:r>
              <a:t>• ContinueWith()</a:t>
            </a:r>
          </a:p>
          <a:p>
            <a:r>
              <a:t>• Better than threads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249</Words>
  <Application>Microsoft Office PowerPoint</Application>
  <PresentationFormat>On-screen Show (4:3)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Tw Cen MT</vt:lpstr>
      <vt:lpstr>Tw Cen MT Condensed</vt:lpstr>
      <vt:lpstr>Wingdings 3</vt:lpstr>
      <vt:lpstr>Integral</vt:lpstr>
      <vt:lpstr>Module 14: File Handling in C#</vt:lpstr>
      <vt:lpstr>System.IO Namespace</vt:lpstr>
      <vt:lpstr>File Classes</vt:lpstr>
      <vt:lpstr>Streams in C#</vt:lpstr>
      <vt:lpstr>Module 15: Memory Management</vt:lpstr>
      <vt:lpstr>Garbage Collection</vt:lpstr>
      <vt:lpstr>IDisposable &amp; using</vt:lpstr>
      <vt:lpstr>Module 16: Serialization</vt:lpstr>
      <vt:lpstr>XML &amp; JSON Serialization</vt:lpstr>
      <vt:lpstr>Module 17: Threading &amp; Tasks</vt:lpstr>
      <vt:lpstr>Threads in C#</vt:lpstr>
      <vt:lpstr>Tasks in C#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2</cp:revision>
  <dcterms:created xsi:type="dcterms:W3CDTF">2013-01-27T09:14:16Z</dcterms:created>
  <dcterms:modified xsi:type="dcterms:W3CDTF">2026-03-23T04:00:07Z</dcterms:modified>
  <cp:category/>
</cp:coreProperties>
</file>