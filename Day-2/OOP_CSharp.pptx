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4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60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463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83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0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957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877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876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99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5371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342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7543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522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91" y="804333"/>
            <a:ext cx="2543925" cy="5249334"/>
          </a:xfrm>
        </p:spPr>
        <p:txBody>
          <a:bodyPr>
            <a:normAutofit/>
          </a:bodyPr>
          <a:lstStyle/>
          <a:p>
            <a:pPr algn="r"/>
            <a:r>
              <a:rPr lang="fr-FR" sz="3400">
                <a:solidFill>
                  <a:srgbClr val="FFFFFF"/>
                </a:solidFill>
              </a:rPr>
              <a:t>Module 4: OOP - Classes &amp; Encapsulation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3286" y="804333"/>
            <a:ext cx="4729502" cy="5249334"/>
          </a:xfrm>
        </p:spPr>
        <p:txBody>
          <a:bodyPr anchor="ctr">
            <a:normAutofit/>
          </a:bodyPr>
          <a:lstStyle/>
          <a:p>
            <a:r>
              <a:t>Overview of Classes, Abstraction, Encapsulation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91" y="804333"/>
            <a:ext cx="2543925" cy="5249334"/>
          </a:xfrm>
        </p:spPr>
        <p:txBody>
          <a:bodyPr>
            <a:normAutofit/>
          </a:bodyPr>
          <a:lstStyle/>
          <a:p>
            <a:pPr algn="r"/>
            <a:r>
              <a:rPr lang="en-IN">
                <a:solidFill>
                  <a:srgbClr val="FFFFFF"/>
                </a:solidFill>
              </a:rPr>
              <a:t>Classes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3286" y="804333"/>
            <a:ext cx="4729502" cy="5249334"/>
          </a:xfrm>
        </p:spPr>
        <p:txBody>
          <a:bodyPr anchor="ctr">
            <a:normAutofit/>
          </a:bodyPr>
          <a:lstStyle/>
          <a:p>
            <a:r>
              <a:t>Blueprint for objects</a:t>
            </a:r>
          </a:p>
          <a:p>
            <a:r>
              <a:t>Contains fields, methods, properties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Declaring a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 Person {</a:t>
            </a:r>
          </a:p>
          <a:p>
            <a:r>
              <a:t> string name;</a:t>
            </a:r>
          </a:p>
          <a:p>
            <a:r>
              <a:t> int age;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Creating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Person p = new Person();</a:t>
            </a:r>
          </a:p>
          <a:p>
            <a:r>
              <a:t>p.name = "John";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Special method</a:t>
            </a:r>
          </a:p>
          <a:p>
            <a:r>
              <a:t>Same name as class</a:t>
            </a:r>
          </a:p>
          <a:p>
            <a:r>
              <a:t>Used to initialize objects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Hiding implementation</a:t>
            </a:r>
          </a:p>
          <a:p>
            <a:r>
              <a:t>Using abstract classes &amp; interfaces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Encapsulation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Wrapping data</a:t>
            </a:r>
          </a:p>
          <a:p>
            <a:r>
              <a:t>Using private fields + public properties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Properties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public string Name { get; set;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Hands-On Lab (Module 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Student class</a:t>
            </a:r>
          </a:p>
          <a:p>
            <a:r>
              <a:t>Add properties</a:t>
            </a:r>
          </a:p>
          <a:p>
            <a:r>
              <a:t>Use constructor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5: Inheritance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Reusability of code</a:t>
            </a:r>
          </a:p>
          <a:p>
            <a:r>
              <a:t>Base and Derived classes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Inheritance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 Child : Parent {}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Inheritance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Single, Multilevel, Hierarchical</a:t>
            </a:r>
          </a:p>
          <a:p>
            <a:r>
              <a:t>(No multiple via classes)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Constructor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Base constructor runs first</a:t>
            </a:r>
          </a:p>
          <a:p>
            <a:r>
              <a:t>Then derived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Hands-On Lab (Module 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base Employee</a:t>
            </a:r>
          </a:p>
          <a:p>
            <a:r>
              <a:t>Derive Manager &amp; Developer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6: Polymorphism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One interface, multiple implementations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Polymorphism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Static (Compile-time)</a:t>
            </a:r>
          </a:p>
          <a:p>
            <a:r>
              <a:t>Dynamic (Runtime)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 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Same method name</a:t>
            </a:r>
          </a:p>
          <a:p>
            <a:r>
              <a:t>Different parameters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Operator 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Custom behavior for operators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Runtime Polymorphism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Using virtual &amp; override keywords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Static vs Dynamic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Static: faster, compile-time</a:t>
            </a:r>
          </a:p>
          <a:p>
            <a:r>
              <a:t>Dynamic: flexible, runtime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Hands-On Lab (Module 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Shape class</a:t>
            </a:r>
          </a:p>
          <a:p>
            <a:r>
              <a:t>Override Area() in Circle, Rectangle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</TotalTime>
  <Words>236</Words>
  <Application>Microsoft Office PowerPoint</Application>
  <PresentationFormat>On-screen Show (4:3)</PresentationFormat>
  <Paragraphs>61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Tw Cen MT</vt:lpstr>
      <vt:lpstr>Tw Cen MT Condensed</vt:lpstr>
      <vt:lpstr>Wingdings 3</vt:lpstr>
      <vt:lpstr>Integral</vt:lpstr>
      <vt:lpstr>Module 4: OOP - Classes &amp; Encapsulation</vt:lpstr>
      <vt:lpstr>Classes in C#</vt:lpstr>
      <vt:lpstr>Declaring a Class</vt:lpstr>
      <vt:lpstr>Creating Objects</vt:lpstr>
      <vt:lpstr>Constructors</vt:lpstr>
      <vt:lpstr>Abstraction</vt:lpstr>
      <vt:lpstr>Encapsulation</vt:lpstr>
      <vt:lpstr>Properties in C#</vt:lpstr>
      <vt:lpstr>Hands-On Lab (Module 4)</vt:lpstr>
      <vt:lpstr>Module 5: Inheritance</vt:lpstr>
      <vt:lpstr>Inheritance in C#</vt:lpstr>
      <vt:lpstr>Types of Inheritance</vt:lpstr>
      <vt:lpstr>Constructor Execution</vt:lpstr>
      <vt:lpstr>Hands-On Lab (Module 5)</vt:lpstr>
      <vt:lpstr>Module 6: Polymorphism</vt:lpstr>
      <vt:lpstr>Types of Polymorphism</vt:lpstr>
      <vt:lpstr>Method Overloading</vt:lpstr>
      <vt:lpstr>Operator Overloading</vt:lpstr>
      <vt:lpstr>Runtime Polymorphism</vt:lpstr>
      <vt:lpstr>Static vs Dynamic</vt:lpstr>
      <vt:lpstr>Hands-On Lab (Module 6)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5</cp:revision>
  <dcterms:created xsi:type="dcterms:W3CDTF">2013-01-27T09:14:16Z</dcterms:created>
  <dcterms:modified xsi:type="dcterms:W3CDTF">2026-03-17T03:49:00Z</dcterms:modified>
  <cp:category/>
</cp:coreProperties>
</file>