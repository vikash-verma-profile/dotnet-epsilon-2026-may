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3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8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2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1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3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5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2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3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9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32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5F5E-A767-85E1-5415-CEC99DBDA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8FA8E-9EF0-B900-804B-68BCCF754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A5A3-44E6-F4F8-7FDA-025AB714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8F32-6A95-8D92-E4D2-AA9C5630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988B3-6429-C17E-77D1-C3EA8FCB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1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8DA6-9A36-6AA3-4870-266D2B39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1C62-1D43-81D4-2B77-F01473B5C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3034C-BE37-F4D9-1C9B-C1151EC4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887C6-B48E-1083-45E0-1210A24C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F1A1-BA37-8058-46CD-9DCEABF2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96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D2DE-3D87-4EC1-3727-CF11B9F5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30CB7-60B5-05CD-853B-D0C35CD0C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60E27-4B89-75E3-65FA-7794EDA6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FF7E-478E-C535-2AB8-75AF699E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C58BC-E9D7-EFFA-5CC1-D805B47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37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F869-4969-1556-66F2-FC7AB480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6CFE-3FEF-6A8C-A830-EE397166E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4CD67-429F-599B-E442-F17D36EDE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72DF2-C948-97BF-F25D-6B15588F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0216F-5E1B-A2DC-B9C2-ECFC785F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7CFF3-CE04-304B-F53B-97A692C8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016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8AFD-F07D-4FCC-CF80-258AFC2E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20BE1-A982-92E7-AA75-8E4515B07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86C76-7012-40C9-3DA2-C6126F24C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060B1-5588-172E-71BF-3990FA1D5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40095-0E4A-75E0-692D-406E2815C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81941-ACF0-68C3-FFFA-97DD8619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57C90-6065-1137-1FFB-9027D8BE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7458A-808F-9299-53A3-2774F4BF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75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8F3C-4172-CB65-4FF6-B3D29BA3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563F9-767B-1FEE-061A-BAA9FACF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D9277-6992-1DF3-D109-64F508B2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73DF0-D1E0-A405-E2D1-6EEBAAF4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417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EEAC6-58D5-2CFD-FD78-4CB7A082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7067-965D-2F58-2177-9748416C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80CB-53C7-A16F-F7CE-5177E6A0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2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F7EE-73FB-71F8-2009-FDDCE0C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31930-2FAE-0AD8-0373-AD5D1075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4F097-B222-944E-C9CB-30E5EFA32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C9F5F-05C7-1FCC-3257-E2416BC9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886F3-F5BC-31BF-CF94-A0B38336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70D5E-1914-02F3-7ACA-C5477334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76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E232-3449-14C5-8176-C7818544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F10AE-A3AC-E92D-E628-F6C9CD5D2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ADC23-541B-7AA1-A47E-E09B9384C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B1813-A376-9617-86BB-9F18DC91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37976-4070-7A6F-24C8-BB22E1BD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4C084-B696-84FA-7BF2-C27D77CF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87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C1FC-DEE7-9CBF-76A9-9F0E9DB6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36DE1-8A1F-6C3D-5D51-822B7B47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64613-DC33-FBE3-5D56-03EE9C431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181C-5867-F3E9-AC26-95BC49D7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2C0CB-F29C-8279-80A4-4589A4FA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266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13357-9A2F-563A-7DA8-594FF83E0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B28CC-534D-E4EB-A195-2E6E43CD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885B3-5E35-AD61-CC44-E1A1BBBB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DF7A0-138A-59DA-F8DF-E052F11F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1EA-DA4B-BB5B-4EC7-EE555B00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86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91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23564-7EF2-FF05-160D-67912F60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D3E83-6795-F1B7-E0B6-48D4176D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62793-4AA2-BAA2-69AB-955B9BB0E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6A022-EA0F-471C-82E0-11AD8EF54ED7}" type="datetimeFigureOut">
              <a:rPr lang="en-IN" smtClean="0"/>
              <a:t>18/03/2026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F1D66-04D1-249F-ADA4-CB4CFD23E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C4A6-D6DA-26A5-2D07-19AFD3B0C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0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918" y="1105351"/>
            <a:ext cx="4765475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spc="200">
                <a:solidFill>
                  <a:srgbClr val="FFFFFF"/>
                </a:solidFill>
              </a:rPr>
              <a:t>Module 12: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4918" y="4297556"/>
            <a:ext cx="4765476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Overview of delegates and their usage in C#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Reference to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A reference to a method allows methods to be passed as parameters.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What is Delegate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Delegate is a type-safe function pointer used to reference methods.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Declaring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Syntax:</a:t>
            </a:r>
          </a:p>
          <a:p>
            <a:r>
              <a:t>public delegate void MyDelegate(int x);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methods to delegate and invoke them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Invoking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delegateInstance(); or delegateInstance.Invoke();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delegates: Action, Func, Predicate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a method with no return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a method with return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a method returning bool.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Anonymous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without name using delegate keyword.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syntax: (x) =&gt; x * 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(Delegates)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delegate, assign methods, use Func and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13: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Integrated Query for data querying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query collections, databases, XML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LINQ Syntax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Syntax and Method Syntax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from, where, select clauses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store query results dynamically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Specifies data source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Filters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Projects result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Deferred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executes when iterated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extension methods like Where(), Select()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in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method syntax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by clause and OrderBy()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Count, Sum, Average, Min,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(LINQ)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queries using both syntax and aggregate functions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</TotalTime>
  <Words>267</Words>
  <Application>Microsoft Office PowerPoint</Application>
  <PresentationFormat>On-screen Show (4:3)</PresentationFormat>
  <Paragraphs>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Tw Cen MT</vt:lpstr>
      <vt:lpstr>Tw Cen MT Condensed</vt:lpstr>
      <vt:lpstr>Wingdings 3</vt:lpstr>
      <vt:lpstr>Integral</vt:lpstr>
      <vt:lpstr>Custom Design</vt:lpstr>
      <vt:lpstr>Module 12: Delegates</vt:lpstr>
      <vt:lpstr>Reference to Method</vt:lpstr>
      <vt:lpstr>What is Delegate</vt:lpstr>
      <vt:lpstr>Declaring Delegates</vt:lpstr>
      <vt:lpstr>Using Delegates</vt:lpstr>
      <vt:lpstr>Invoking Delegates</vt:lpstr>
      <vt:lpstr>Generic Delegates</vt:lpstr>
      <vt:lpstr>Action&lt;T&gt;</vt:lpstr>
      <vt:lpstr>Func&lt;T&gt;</vt:lpstr>
      <vt:lpstr>Predicate&lt;T&gt;</vt:lpstr>
      <vt:lpstr>Anonymous Methods</vt:lpstr>
      <vt:lpstr>Lambda Expressions</vt:lpstr>
      <vt:lpstr>Hands-On Lab (Delegates)</vt:lpstr>
      <vt:lpstr>Module 13: LINQ</vt:lpstr>
      <vt:lpstr>What is LINQ</vt:lpstr>
      <vt:lpstr>LINQ Syntax Types</vt:lpstr>
      <vt:lpstr>Query Syntax</vt:lpstr>
      <vt:lpstr>var Keyword</vt:lpstr>
      <vt:lpstr>from Clause</vt:lpstr>
      <vt:lpstr>where Clause</vt:lpstr>
      <vt:lpstr>select Clause</vt:lpstr>
      <vt:lpstr>Deferred Execution</vt:lpstr>
      <vt:lpstr>Method Syntax</vt:lpstr>
      <vt:lpstr>Lambda in LINQ</vt:lpstr>
      <vt:lpstr>Ordering Data</vt:lpstr>
      <vt:lpstr>Aggregate Operators</vt:lpstr>
      <vt:lpstr>Hands-On Lab (LINQ)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4</cp:revision>
  <dcterms:created xsi:type="dcterms:W3CDTF">2013-01-27T09:14:16Z</dcterms:created>
  <dcterms:modified xsi:type="dcterms:W3CDTF">2026-03-18T03:24:15Z</dcterms:modified>
  <cp:category/>
</cp:coreProperties>
</file>