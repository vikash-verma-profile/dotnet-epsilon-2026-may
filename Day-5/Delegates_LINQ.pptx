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33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6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483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026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1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3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56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24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3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90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320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5F5E-A767-85E1-5415-CEC99DBDA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8FA8E-9EF0-B900-804B-68BCCF754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7A5A3-44E6-F4F8-7FDA-025AB7142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20/05/2026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D8F32-6A95-8D92-E4D2-AA9C56303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988B3-6429-C17E-77D1-C3EA8FCBB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418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38DA6-9A36-6AA3-4870-266D2B392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21C62-1D43-81D4-2B77-F01473B5C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3034C-BE37-F4D9-1C9B-C1151EC4D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20/05/2026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887C6-B48E-1083-45E0-1210A24C2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AF1A1-BA37-8058-46CD-9DCEABF22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796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0D2DE-3D87-4EC1-3727-CF11B9F5C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30CB7-60B5-05CD-853B-D0C35CD0C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60E27-4B89-75E3-65FA-7794EDA6E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20/05/2026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5FF7E-478E-C535-2AB8-75AF699E7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C58BC-E9D7-EFFA-5CC1-D805B47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37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CF869-4969-1556-66F2-FC7AB4801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86CFE-3FEF-6A8C-A830-EE397166E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4CD67-429F-599B-E442-F17D36EDE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72DF2-C948-97BF-F25D-6B15588F1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20/05/2026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0216F-5E1B-A2DC-B9C2-ECFC785FA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7CFF3-CE04-304B-F53B-97A692C8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016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A8AFD-F07D-4FCC-CF80-258AFC2E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20BE1-A982-92E7-AA75-8E4515B07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86C76-7012-40C9-3DA2-C6126F24C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9060B1-5588-172E-71BF-3990FA1D5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840095-0E4A-75E0-692D-406E2815C8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981941-ACF0-68C3-FFFA-97DD8619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20/05/2026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F57C90-6065-1137-1FFB-9027D8BED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17458A-808F-9299-53A3-2774F4BFC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475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A8F3C-4172-CB65-4FF6-B3D29BA36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563F9-767B-1FEE-061A-BAA9FACFB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20/05/2026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FD9277-6992-1DF3-D109-64F508B2B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73DF0-D1E0-A405-E2D1-6EEBAAF4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4172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0EEAC6-58D5-2CFD-FD78-4CB7A082B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20/05/2026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37067-965D-2F58-2177-9748416C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580CB-53C7-A16F-F7CE-5177E6A0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22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6F7EE-73FB-71F8-2009-FDDCE0C06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31930-2FAE-0AD8-0373-AD5D10757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4F097-B222-944E-C9CB-30E5EFA32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C9F5F-05C7-1FCC-3257-E2416BC9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20/05/2026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886F3-F5BC-31BF-CF94-A0B38336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70D5E-1914-02F3-7ACA-C54773340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4765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0E232-3449-14C5-8176-C78185444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F10AE-A3AC-E92D-E628-F6C9CD5D2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ADC23-541B-7AA1-A47E-E09B9384C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B1813-A376-9617-86BB-9F18DC91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20/05/2026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37976-4070-7A6F-24C8-BB22E1BD2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4C084-B696-84FA-7BF2-C27D77CF2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7873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CC1FC-DEE7-9CBF-76A9-9F0E9DB6C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36DE1-8A1F-6C3D-5D51-822B7B47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64613-DC33-FBE3-5D56-03EE9C431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20/05/2026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D181C-5867-F3E9-AC26-95BC49D77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2C0CB-F29C-8279-80A4-4589A4FA1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2667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A13357-9A2F-563A-7DA8-594FF83E05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B28CC-534D-E4EB-A195-2E6E43CDF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885B3-5E35-AD61-CC44-E1A1BBBB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A022-EA0F-471C-82E0-11AD8EF54ED7}" type="datetimeFigureOut">
              <a:rPr lang="en-IN" smtClean="0"/>
              <a:t>20/05/2026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DF7A0-138A-59DA-F8DF-E052F11FD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5B1EA-DA4B-BB5B-4EC7-EE555B00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86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91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C23564-7EF2-FF05-160D-67912F601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D3E83-6795-F1B7-E0B6-48D4176DC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62793-4AA2-BAA2-69AB-955B9BB0E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6A022-EA0F-471C-82E0-11AD8EF54ED7}" type="datetimeFigureOut">
              <a:rPr lang="en-IN" smtClean="0"/>
              <a:t>20/05/2026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F1D66-04D1-249F-ADA4-CB4CFD23E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0C4A6-D6DA-26A5-2D07-19AFD3B0C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29CA2-9022-4570-89F0-3BF34FA065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40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688505" y="1814574"/>
            <a:ext cx="5570417" cy="3228207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1444" y="620720"/>
            <a:ext cx="5492423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4918" y="1105351"/>
            <a:ext cx="4765475" cy="30239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spc="200">
                <a:solidFill>
                  <a:srgbClr val="FFFFFF"/>
                </a:solidFill>
                <a:latin typeface="Trebuchet MS"/>
                <a:cs typeface="Trebuchet MS"/>
              </a:rPr>
              <a:t>Module 12: Delegates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4918" y="4297556"/>
            <a:ext cx="4765476" cy="14333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Overview of delegates and their usage in C#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32199" y="4214336"/>
            <a:ext cx="38404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000" y="-2"/>
            <a:ext cx="123444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 sz="2400" b="1">
                <a:solidFill>
                  <a:srgbClr val="FFFFFF"/>
                </a:solidFill>
                <a:latin typeface="Trebuchet MS"/>
                <a:cs typeface="Trebuchet MS"/>
              </a:rPr>
              <a:t>Reference to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In C#, methods can be treated as first-class objects by referencing them through delegates</a:t>
            </a:r>
          </a:p>
          <a:p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This enables callback patterns, event handling, and strategy design patterns</a:t>
            </a:r>
          </a:p>
          <a:p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Method references decouple the caller from the specific implementation</a:t>
            </a:r>
          </a:p>
          <a:p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Commonly used in asynchronous programming and LINQ operations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 sz="2400" b="1">
                <a:solidFill>
                  <a:srgbClr val="FFFFFF"/>
                </a:solidFill>
                <a:latin typeface="Trebuchet MS"/>
                <a:cs typeface="Trebuchet MS"/>
              </a:rPr>
              <a:t>What is a Delegate?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A delegate is a type that safely encapsulates a method reference, similar to function pointers in C++</a:t>
            </a:r>
          </a:p>
          <a:p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Delegates are type-safe, meaning the compiler verifies method signatures at compile time</a:t>
            </a:r>
          </a:p>
          <a:p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They form the foundation of event-driven programming in .NET</a:t>
            </a:r>
          </a:p>
          <a:p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Every delegate inherits from System.MulticastDelegate, enabling invocation lists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Declaring Delegates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Syntax: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Use the delegate keyword followed by a return type, name, and parameter list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Example: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public delegate int MathOperation(int a, int b);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Scope: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Delegates can be declared inside a namespace, class, or as a nested type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Return Types: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Delegates can encapsulate methods with any return type, including void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Parameters: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Support ref, out, and params modifiers just like regular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Using Delegates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Instantiation: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Create a delegate instance by passing a compatible method name to the constructor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Assignment: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Use the = operator or shorthand syntax: MyDelegate del = MethodName;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Multicast: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Combine multiple methods using += to create an invocation list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Removal: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Remove methods from the chain using the -= operator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Null Check: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Always verify a delegate is not null before invoking to avoid NullReferenceException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Invoking Delegates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Direct Call: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Invoke using parentheses: delegateInstance(arguments);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Invoke Method: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Explicitly call delegateInstance.Invoke(arguments) for clarity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Null-Safe: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Use the ?. operator: delegateInstance?.Invoke(args) to safely handle null delegates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Multicast Behavior: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When invoked, all methods in the invocation list execute in order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Return Values: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For multicast delegates, only the last method's return value is captured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Generic Delegates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Built-in Types: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C# provides three generic delegate types: Action, Func, and Predicate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Action&lt;T&gt;: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Wraps methods that return void and accept up to 16 parameters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Func&lt;T, TResult&gt;: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Wraps methods with a return value; the last type parameter is the return type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Predicate&lt;T&gt;: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A specialized delegate that always returns bool, used for filtering and matching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Advantage: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Eliminates the need to declare custom delegate types for common signatures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Action&lt;T&gt;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Definition: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A generic delegate type that encapsulates a method with no return value (void)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Parameters: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Supports up to 16 input parameters using Action&lt;T1, T2, ... T16&gt;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Common Use: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Ideal for callbacks, event handlers, and forEach-style operations on collections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Example: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Action&lt;string&gt; greet = name =&gt; Console.WriteLine(name);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Thread Safety: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Frequently used with Task.Run() for fire-and-forget asynchronous 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Func&lt;T, TResult&gt;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Definition: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A generic delegate that encapsulates a method with a return value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Signature: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The last type parameter always represents the return type: Func&lt;int, int, bool&gt;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Parameters: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Supports up to 16 input parameters plus one return type parameter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LINQ Integration: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Heavily used in LINQ methods like Select(), Where(), and Aggregate()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Example: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Func&lt;int, int, int&gt; add = (a, b) =&gt; a + b;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Predicate&lt;T&gt;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Definition: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A delegate that takes one parameter and always returns a boolean value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Equivalent: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Functionally identical to Func&lt;T, bool&gt; but more semantically expressive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Purpose: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Used for search, filtering, and condition-checking operations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Collection Methods: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Works with List&lt;T&gt;.Find(), FindAll(), Exists(), RemoveAll(), and TrueForAll()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Example: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Predicate&lt;int&gt; isEven = num =&gt; num % 2 == 0;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Anonymous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Definition: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Inline methods defined without a name, using the delegate keyword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Syntax: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delegate(parameters) { method body }; assigned directly to a delegate variable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Closure: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Can capture and access variables from the enclosing scope (closures)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Predecessor: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Introduced in C# 2.0 as a precursor to lambda expressions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Use Case: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Useful for one-off event handlers and short callback implementations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Lambda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Syntax: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Concise arrow syntax: (parameters) =&gt; expression or { statement block }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Expression Lambda: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Single expression with implicit return: x =&gt; x * x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Statement Lambda: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Multi-line with braces and explicit return: (x, y) =&gt; { return x + y; }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Type Inference: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The compiler infers parameter types from the delegate or expression context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LINQ Foundation: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Lambda expressions are the backbone of LINQ query method syntax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Hands-On Lab: Delegates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Exercise 1: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Declare a custom delegate and assign multiple methods to test multicast behavior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Exercise 2: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Use Action&lt;T&gt; to create a logging utility that accepts different message formatters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Exercise 3: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Implement Func&lt;T, TResult&gt; to build a simple calculator with swappable operations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Exercise 4: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Write Predicate&lt;T&gt; expressions to filter a collection of student objects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Challenge: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Combine anonymous methods and lambda expressions in an event-driven mini application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Module 13: LINQ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Overview: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Language Integrated Query brings native data querying capabilities directly into C# syntax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Advantage: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Write type-safe, IntelliSense-supported queries against any IEnumerable or IQueryable data source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Data Sources: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Query in-memory collections, SQL databases, XML documents, and more with a uniform syntax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Introduced: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Added in C# 3.0 alongside lambda expressions, extension methods, and anonymous types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What is LINQ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Definition: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A set of language features and APIs that enable declarative data querying and transformation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LINQ to Objects: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Query in-memory collections like arrays, lists, and dictionaries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LINQ to SQL: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Translate C# queries into SQL for database access via an ORM layer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LINQ to XML: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Navigate, query, and create XML documents with a fluent API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Benefit: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Reduces boilerplate loops and conditional logic, making code more readable and maintainable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LINQ Syntax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Query Syntax: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SQL-like declarative style using from, where, select, and other query keywords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Method Syntax: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Fluent API style using extension methods like .Where(), .Select(), .OrderBy()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Mixed Syntax: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Both styles can be combined in the same query for flexibility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Compilation: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Query syntax is translated to method syntax by the compiler; both produce identical IL code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Preference: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Method syntax is more common in production code; query syntax excels at joins and grouping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Query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Structure: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Begins with from, followed by filtering (where), ordering (orderby), and projection (select)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from Clause: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Declares a range variable that iterates over the data source: from item in collection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where Clause: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Filters elements based on a boolean condition applied to each item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select Clause: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Projects each element into a new form, including anonymous types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Example: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from n in numbers where n &gt; 5 select n *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The var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Implicit Typing: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var lets the compiler infer the type from the right-hand side of the assignment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LINQ Necessity: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Essential when query results return anonymous types that have no explicit type name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Compile-Time: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The variable is still strongly typed; var is resolved at compile time, not runtime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Scope: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Can only be used for local variables, not fields, parameters, or return types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Best Practice: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Use var when the type is obvious or when working with complex generic types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The from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Purpose: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Specifies the data source and declares a range variable for iteration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Syntax: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from rangeVariable in dataSource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Multiple Sources: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Use additional from clauses to perform cross joins or flatten nested collections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Range Variable: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Acts like a foreach loop variable, representing each element during iteration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Composable: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Can be chained with let clauses to introduce intermediate computed values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The where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Purpose: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Filters the sequence by applying a boolean predicate to each element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Multiple Conditions: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Chain conditions with logical operators: where x &gt; 5 &amp;&amp; x &lt; 100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Multiple where: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Stack multiple where clauses for readability instead of complex boolean logic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Deferred: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Filtering is applied lazily; elements are evaluated only when the result is iterated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Equivalent: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Translates to the .Where(predicate) extension method in method syntax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The select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Purpose: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Projects each element into a new form, defining the shape of the query output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Identity: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select item returns elements as-is without transformation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Transform: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Create new objects or anonymous types: select new { item.Name, item.Price }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Flattening: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Use SelectMany() in method syntax to flatten nested collections into one sequence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Required: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Every query expression must end with either a select or group clause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Deferred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Concept: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LINQ queries are not executed when defined; they run only when the result is enumerated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Trigger: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Execution occurs on foreach loops, ToList(), ToArray(), Count(), or other terminal operations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Benefit: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Allows building up complex queries incrementally without repeated data source traversal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Immediate: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Use ToList() or ToArray() to force immediate execution and cache results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Caution: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Deferred queries re-execute each time they are iterated, which may cause unexpected behavior with changing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Method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Approach: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Uses extension methods on IEnumerable&lt;T&gt; chained together with dot notation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Core Methods: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Where(), Select(), OrderBy(), GroupBy(), Join(), and many more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Lambda Required: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Each method accepts a lambda expression or delegate as its predicate or selector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Chaining: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Methods return IEnumerable&lt;T&gt;, enabling fluent chaining: collection.Where(...).Select(...)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Example: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var result = numbers.Where(n =&gt; n &gt; 5).Select(n =&gt; n * 2).ToList();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Lambda in LINQ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Role: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Lambda expressions serve as inline predicates and selectors within LINQ method calls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Where: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Filter with a boolean lambda: .Where(x =&gt; x.Age &gt; 18)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Select: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Project with a transformation lambda: .Select(x =&gt; x.Name.ToUpper())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OrderBy: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Sort using a key selector: .OrderBy(x =&gt; x.LastName)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Complex: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Multi-line lambdas with braces enable validation, logging, or branching inside queries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Ordering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Query Syntax: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Use orderby keyword followed by a key: orderby item.Price ascending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Method Syntax: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Use OrderBy() for ascending and OrderByDescending() for descending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Secondary Sort: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Chain ThenBy() and ThenByDescending() for multi-level sorting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Custom Comparer: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Pass an IComparer&lt;T&gt; for specialized sorting logic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Stable Sort: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LINQ preserves the relative order of elements with equal keys (stable sort)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Aggregate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Count: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Returns the number of elements, optionally filtered by a predicate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Sum / Average: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Compute totals and means across numeric properties in a sequence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Min / Max: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Find the smallest and largest values, works with any comparable type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Aggregate: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Custom accumulation logic using a seed value and an accumulator function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Immediate: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All aggregate operators force immediate execution of the query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cs typeface="Trebuchet MS"/>
              </a:rPr>
              <a:t>Hands-On Lab: LINQ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Exercise 1: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Write queries in both query and method syntax to filter and project a list of products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Exercise 2: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Use orderby and OrderBy() to sort employee records by department and salary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Exercise 3: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Apply aggregate operators (Sum, Average, Min, Max) to analyze sales data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Exercise 4: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Compare deferred vs. immediate execution by logging query evaluation timestamps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Challenge: </a:t>
            </a: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Build a mini reporting engine that chains multiple LINQ operations on a dataset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24</TotalTime>
  <Words>2039</Words>
  <Application>Microsoft Office PowerPoint</Application>
  <PresentationFormat>On-screen Show (4:3)</PresentationFormat>
  <Paragraphs>155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Trebuchet MS</vt:lpstr>
      <vt:lpstr>Tw Cen MT</vt:lpstr>
      <vt:lpstr>Tw Cen MT Condensed</vt:lpstr>
      <vt:lpstr>Wingdings 3</vt:lpstr>
      <vt:lpstr>Integral</vt:lpstr>
      <vt:lpstr>Custom Design</vt:lpstr>
      <vt:lpstr>Module 12: Delegates</vt:lpstr>
      <vt:lpstr>Reference to Method</vt:lpstr>
      <vt:lpstr>What is a Delegate?</vt:lpstr>
      <vt:lpstr>Declaring Delegates</vt:lpstr>
      <vt:lpstr>Using Delegates</vt:lpstr>
      <vt:lpstr>Invoking Delegates</vt:lpstr>
      <vt:lpstr>Generic Delegates</vt:lpstr>
      <vt:lpstr>Action&lt;T&gt;</vt:lpstr>
      <vt:lpstr>Func&lt;T, TResult&gt;</vt:lpstr>
      <vt:lpstr>Predicate&lt;T&gt;</vt:lpstr>
      <vt:lpstr>Anonymous Methods</vt:lpstr>
      <vt:lpstr>Lambda Expressions</vt:lpstr>
      <vt:lpstr>Hands-On Lab: Delegates</vt:lpstr>
      <vt:lpstr>Module 13: LINQ</vt:lpstr>
      <vt:lpstr>What is LINQ</vt:lpstr>
      <vt:lpstr>LINQ Syntax Types</vt:lpstr>
      <vt:lpstr>Query Syntax</vt:lpstr>
      <vt:lpstr>The var Keyword</vt:lpstr>
      <vt:lpstr>The from Clause</vt:lpstr>
      <vt:lpstr>The where Clause</vt:lpstr>
      <vt:lpstr>The select Clause</vt:lpstr>
      <vt:lpstr>Deferred Execution</vt:lpstr>
      <vt:lpstr>Method Syntax</vt:lpstr>
      <vt:lpstr>Lambda in LINQ</vt:lpstr>
      <vt:lpstr>Ordering Data</vt:lpstr>
      <vt:lpstr>Aggregate Operators</vt:lpstr>
      <vt:lpstr>Hands-On Lab: LINQ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5</cp:revision>
  <dcterms:created xsi:type="dcterms:W3CDTF">2013-01-27T09:14:16Z</dcterms:created>
  <dcterms:modified xsi:type="dcterms:W3CDTF">2026-05-20T16:58:42Z</dcterms:modified>
  <cp:category/>
</cp:coreProperties>
</file>