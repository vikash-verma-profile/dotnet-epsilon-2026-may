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79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3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61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2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1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2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01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5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25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81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Day 1 – C# and .NET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.NET Core / .NET</a:t>
            </a:r>
          </a:p>
          <a:p>
            <a:r>
              <a:t>Introduction to C# Programming</a:t>
            </a:r>
          </a:p>
          <a:p>
            <a:r>
              <a:t>C# Application Structure</a:t>
            </a:r>
          </a:p>
          <a:p>
            <a:r>
              <a:t>Data Types, Variables and Control Flow</a:t>
            </a:r>
          </a:p>
          <a:p>
            <a:r>
              <a:t>Functions and Hands-on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.NET?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.NET is a software development framework created by Microsoft</a:t>
            </a:r>
          </a:p>
          <a:p>
            <a:r>
              <a:t>It provides tools, libraries, and runtime to build applications</a:t>
            </a:r>
          </a:p>
          <a:p>
            <a:r>
              <a:t>Supports Web, Desktop, Cloud, Mobile, and IoT</a:t>
            </a:r>
          </a:p>
          <a:p>
            <a:r>
              <a:t>Languages supported include C#, F#, and VB.NET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Core / .NET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cross-platform version of .NET</a:t>
            </a:r>
          </a:p>
          <a:p>
            <a:r>
              <a:t>Runs on Windows, Linux, and macOS</a:t>
            </a:r>
          </a:p>
          <a:p>
            <a:r>
              <a:t>Open-source and high performance</a:t>
            </a:r>
          </a:p>
          <a:p>
            <a:r>
              <a:t>Commonly used for cloud-native and microservices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Core Chronology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2016 – .NET Core 1.0 released</a:t>
            </a:r>
          </a:p>
          <a:p>
            <a:r>
              <a:t>2017 – .NET Core 2.0</a:t>
            </a:r>
          </a:p>
          <a:p>
            <a:r>
              <a:t>2019 – .NET Core 3.0</a:t>
            </a:r>
          </a:p>
          <a:p>
            <a:r>
              <a:t>2020 – .NET 5 (Unified .NET platform)</a:t>
            </a:r>
          </a:p>
          <a:p>
            <a:r>
              <a:t>2021 onwards – .NET 6, 7, 8, 9 and beyond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Layer</a:t>
            </a:r>
          </a:p>
          <a:p>
            <a:r>
              <a:t>.NET Libraries / Framework</a:t>
            </a:r>
          </a:p>
          <a:p>
            <a:r>
              <a:t>Common Language Runtime (CLR)</a:t>
            </a:r>
          </a:p>
          <a:p>
            <a:r>
              <a:t>Operating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libraries provided by Microsoft</a:t>
            </a:r>
          </a:p>
          <a:p>
            <a:r>
              <a:t>Includes collections, networking, security, and data access</a:t>
            </a:r>
          </a:p>
          <a:p>
            <a:r>
              <a:t>Helps developers avoid writing common functionality repeatedly</a:t>
            </a:r>
          </a:p>
          <a:p>
            <a:r>
              <a:t>Examples: System.IO, System.Collections, System.Net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Responsible for executing .NET applications</a:t>
            </a:r>
          </a:p>
          <a:p>
            <a:r>
              <a:t>Handles memory management</a:t>
            </a:r>
          </a:p>
          <a:p>
            <a:r>
              <a:t>Provides garbage collection</a:t>
            </a:r>
          </a:p>
          <a:p>
            <a:r>
              <a:t>Ensures type safety and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ASP.NET Core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building web applications and APIs</a:t>
            </a:r>
          </a:p>
          <a:p>
            <a:r>
              <a:t>High performance web framework</a:t>
            </a:r>
          </a:p>
          <a:p>
            <a:r>
              <a:t>Supports dependency injection</a:t>
            </a:r>
          </a:p>
          <a:p>
            <a:r>
              <a:t>Supports middleware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Just-In-Time (JIT)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Intermediate Language (IL) code into machine code</a:t>
            </a:r>
          </a:p>
          <a:p>
            <a:r>
              <a:t>Happens at runtime</a:t>
            </a:r>
          </a:p>
          <a:p>
            <a:r>
              <a:t>Improves performance</a:t>
            </a:r>
          </a:p>
          <a:p>
            <a:r>
              <a:t>Part of CLR execution process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 System (CTS)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how types are declared and used</a:t>
            </a:r>
          </a:p>
          <a:p>
            <a:r>
              <a:t>Ensures compatibility between .NET languages</a:t>
            </a:r>
          </a:p>
          <a:p>
            <a:r>
              <a:t>Examples include int, string, object</a:t>
            </a:r>
          </a:p>
          <a:p>
            <a:r>
              <a:t>Provides type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Language Specification (CLS)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of rules followed by .NET languages</a:t>
            </a:r>
          </a:p>
          <a:p>
            <a:r>
              <a:t>Ensures cross-language interoperability</a:t>
            </a:r>
          </a:p>
          <a:p>
            <a:r>
              <a:t>Allows components written in different languages to interact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Cross-platform development</a:t>
            </a:r>
          </a:p>
          <a:p>
            <a:r>
              <a:t>Large ecosystem of libraries</a:t>
            </a:r>
          </a:p>
          <a:p>
            <a:r>
              <a:t>High performance runtime</a:t>
            </a:r>
          </a:p>
          <a:p>
            <a:r>
              <a:t>Cross-language interoperability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Assemblies are compiled code libraries</a:t>
            </a:r>
          </a:p>
          <a:p>
            <a:r>
              <a:t>Contain Intermediate Language (IL)</a:t>
            </a:r>
          </a:p>
          <a:p>
            <a:r>
              <a:t>Include metadata and manifest</a:t>
            </a:r>
          </a:p>
          <a:p>
            <a:r>
              <a:t>Examples: .dll and .exe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MSIL / 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Intermediate Language</a:t>
            </a:r>
          </a:p>
          <a:p>
            <a:r>
              <a:t>Code produced after compilation</a:t>
            </a:r>
          </a:p>
          <a:p>
            <a:r>
              <a:t>Platform-independent code</a:t>
            </a:r>
          </a:p>
          <a:p>
            <a:r>
              <a:t>Executed by CLR through JIT compilation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C# is a modern object-oriented programming language</a:t>
            </a:r>
          </a:p>
          <a:p>
            <a:r>
              <a:t>Developed by Microsoft</a:t>
            </a:r>
          </a:p>
          <a:p>
            <a:r>
              <a:t>Designed for .NET platform</a:t>
            </a:r>
          </a:p>
          <a:p>
            <a:r>
              <a:t>Used for web, desktop, cloud and game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2000 – C# introduced with .NET</a:t>
            </a:r>
          </a:p>
          <a:p>
            <a:r>
              <a:t>C# 2.0 – Generics introduced</a:t>
            </a:r>
          </a:p>
          <a:p>
            <a:r>
              <a:t>C# 3.0 – LINQ introduced</a:t>
            </a:r>
          </a:p>
          <a:p>
            <a:r>
              <a:t>C# 5 – async and await</a:t>
            </a:r>
          </a:p>
          <a:p>
            <a:r>
              <a:t>Modern versions focus on performance and simplicity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Strongly typed language</a:t>
            </a:r>
          </a:p>
          <a:p>
            <a:r>
              <a:t>Object-oriented</a:t>
            </a:r>
          </a:p>
          <a:p>
            <a:r>
              <a:t>Supports asynchronous programming</a:t>
            </a:r>
          </a:p>
          <a:p>
            <a:r>
              <a:t>Automatic memory management via garbage collector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C#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statement ends with semicolon</a:t>
            </a:r>
          </a:p>
          <a:p>
            <a:r>
              <a:t>Code organized in classes and namespaces</a:t>
            </a:r>
          </a:p>
          <a:p>
            <a:r>
              <a:t>C# is case sensitive</a:t>
            </a:r>
          </a:p>
          <a:p>
            <a:r>
              <a:t>Curly braces define code blocks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Application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 declaration</a:t>
            </a:r>
          </a:p>
          <a:p>
            <a:r>
              <a:t>Class definition</a:t>
            </a:r>
          </a:p>
          <a:p>
            <a:r>
              <a:t>Main method entry point</a:t>
            </a:r>
          </a:p>
          <a:p>
            <a:r>
              <a:t>Program execution begins from Main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Entry point of a C# application</a:t>
            </a:r>
          </a:p>
          <a:p>
            <a:r>
              <a:t>Static method inside Program class</a:t>
            </a:r>
          </a:p>
          <a:p>
            <a:r>
              <a:t>Example: static void Main(string[] args)</a:t>
            </a:r>
          </a:p>
          <a:p>
            <a:r>
              <a:t>Program execution starts here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Namespaces and Using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 organizes code logically</a:t>
            </a:r>
          </a:p>
          <a:p>
            <a:r>
              <a:t>Prevents naming conflicts</a:t>
            </a:r>
          </a:p>
          <a:p>
            <a:r>
              <a:t>Using directive imports namespaces</a:t>
            </a:r>
          </a:p>
          <a:p>
            <a:r>
              <a:t>Example: using System;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Console.WriteLine() – prints output</a:t>
            </a:r>
          </a:p>
          <a:p>
            <a:r>
              <a:t>Console.Write() – prints without new line</a:t>
            </a:r>
          </a:p>
          <a:p>
            <a:r>
              <a:t>Console.ReadLine() – reads user input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store data values</a:t>
            </a:r>
          </a:p>
          <a:p>
            <a:r>
              <a:t>Examples: int, double, char, string, bool</a:t>
            </a:r>
          </a:p>
          <a:p>
            <a:r>
              <a:t>Data types define size and type of data</a:t>
            </a:r>
          </a:p>
          <a:p>
            <a:r>
              <a:t>Strong type checking in C#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Types vs Reference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types store data directly</a:t>
            </a:r>
          </a:p>
          <a:p>
            <a:r>
              <a:t>Examples: int, double, struct</a:t>
            </a:r>
          </a:p>
          <a:p>
            <a:r>
              <a:t>Reference types store reference to memory location</a:t>
            </a:r>
          </a:p>
          <a:p>
            <a:r>
              <a:t>Examples: string, object, arrays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Arithmetic operators (+, -, *, /)</a:t>
            </a:r>
          </a:p>
          <a:p>
            <a:r>
              <a:t>Comparison operators (==, !=, &gt;, &lt;)</a:t>
            </a:r>
          </a:p>
          <a:p>
            <a:r>
              <a:t>Logical operators (&amp;&amp;, ||, !)</a:t>
            </a:r>
          </a:p>
          <a:p>
            <a:r>
              <a:t>Assignment operators (=, +=, -=)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Conditional statements: if, if-else</a:t>
            </a:r>
          </a:p>
          <a:p>
            <a:r>
              <a:t>Switch statement for multiple conditions</a:t>
            </a:r>
          </a:p>
          <a:p>
            <a:r>
              <a:t>Loops: for, while, do-while</a:t>
            </a:r>
          </a:p>
          <a:p>
            <a:r>
              <a:t>Used to control program execution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Implicit conversion happens automatically</a:t>
            </a:r>
          </a:p>
          <a:p>
            <a:r>
              <a:t>Explicit conversion requires casting</a:t>
            </a:r>
          </a:p>
          <a:p>
            <a:r>
              <a:t>Convert class methods</a:t>
            </a:r>
          </a:p>
          <a:p>
            <a:r>
              <a:t>Parse methods for string conversion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Enumerations – set of named constants</a:t>
            </a:r>
          </a:p>
          <a:p>
            <a:r>
              <a:t>Structs – lightweight value types</a:t>
            </a:r>
          </a:p>
          <a:p>
            <a:r>
              <a:t>Arrays – collection of elements of same type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contain reusable logic</a:t>
            </a:r>
          </a:p>
          <a:p>
            <a:r>
              <a:t>Can return values</a:t>
            </a:r>
          </a:p>
          <a:p>
            <a:r>
              <a:t>Support parameters</a:t>
            </a:r>
          </a:p>
          <a:p>
            <a:r>
              <a:t>Keywords: ref, out, params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778</Words>
  <Application>Microsoft Office PowerPoint</Application>
  <PresentationFormat>On-screen Show (4:3)</PresentationFormat>
  <Paragraphs>145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Tw Cen MT</vt:lpstr>
      <vt:lpstr>Tw Cen MT Condensed</vt:lpstr>
      <vt:lpstr>Wingdings 3</vt:lpstr>
      <vt:lpstr>Integral</vt:lpstr>
      <vt:lpstr>Course Day 1 – C# and .NET Fundamentals</vt:lpstr>
      <vt:lpstr>What is .NET?</vt:lpstr>
      <vt:lpstr>.NET Core / .NET Overview</vt:lpstr>
      <vt:lpstr>.NET Core Chronology</vt:lpstr>
      <vt:lpstr>.NET Core Architecture</vt:lpstr>
      <vt:lpstr>.NET Libraries</vt:lpstr>
      <vt:lpstr>.NET Runtime</vt:lpstr>
      <vt:lpstr>ASP.NET Core Runtime</vt:lpstr>
      <vt:lpstr>Just-In-Time (JIT) Compiler</vt:lpstr>
      <vt:lpstr>Common Type System (CTS)</vt:lpstr>
      <vt:lpstr>Common Language Specification (CLS)</vt:lpstr>
      <vt:lpstr>Benefits of .NET</vt:lpstr>
      <vt:lpstr>Assemblies</vt:lpstr>
      <vt:lpstr>MSIL / CIL</vt:lpstr>
      <vt:lpstr>Introduction to C#</vt:lpstr>
      <vt:lpstr>History of C#</vt:lpstr>
      <vt:lpstr>Features of C#</vt:lpstr>
      <vt:lpstr>Basic C# Syntax</vt:lpstr>
      <vt:lpstr>Console Application Structure</vt:lpstr>
      <vt:lpstr>Main Method</vt:lpstr>
      <vt:lpstr>Namespaces and Using Directive</vt:lpstr>
      <vt:lpstr>Console Input and Output</vt:lpstr>
      <vt:lpstr>Variables and Data Types</vt:lpstr>
      <vt:lpstr>Value Types vs Reference Types</vt:lpstr>
      <vt:lpstr>Operators in C#</vt:lpstr>
      <vt:lpstr>Control Flow Statements</vt:lpstr>
      <vt:lpstr>Type Conversion</vt:lpstr>
      <vt:lpstr>Complex Types</vt:lpstr>
      <vt:lpstr>Functions in C#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2026-03-16T03:15:06Z</dcterms:modified>
  <cp:category/>
</cp:coreProperties>
</file>