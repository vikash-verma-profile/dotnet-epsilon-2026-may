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1522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11506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5890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Freeform 10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9641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6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834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2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1990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2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1990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1268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87011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70988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471509"/>
            <a:ext cx="329184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22960"/>
            <a:ext cx="4258818" cy="518464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2257506"/>
            <a:ext cx="329184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71320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8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4960138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52865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5379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762000"/>
            <a:ext cx="1971675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1" y="762000"/>
            <a:ext cx="5686425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7543800" y="173563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80781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286000"/>
            <a:ext cx="7290055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097" y="6470704"/>
            <a:ext cx="161560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200" y="6470704"/>
            <a:ext cx="4426094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6470704"/>
            <a:ext cx="73025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715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65731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21: Application Configuration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of configuration in ASP.NET Core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Configuration Providers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JSON, Environment Variables, Command Line, In-Memory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Configuration API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IConfiguration, GetSection, Bind methods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Options Pattern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IOptions, IOptionsSnapshot, Strongly typed settings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Setting Files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launchSettings.json, appsettings.json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Order of Configuration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Priority: Command Line &gt; Env Vars &gt; appsettings &gt; defaults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22: Logging in .NET Core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Introduction to logging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Logging Configuration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appsettings.json, log levels, providers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ILogger Interface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LogInformation, LogWarning, LogError usage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23: ASP.NET Core Web API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Introduction to Web API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RESTful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Stateless, HTTP methods, resources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Web API Application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API for communication between systems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Web Service vs Web API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SOAP vs REST differences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Middleware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Request pipeline, custom middleware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Controllers, Models, Startup/Program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24: Routing in Web API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Routing basics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Routing and Action Selection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Matching URL to controller actions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Attribute Routing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Decorating controllers with routes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Create REST API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CRUD operations using attribute routing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1</TotalTime>
  <Words>178</Words>
  <Application>Microsoft Office PowerPoint</Application>
  <PresentationFormat>On-screen Show (4:3)</PresentationFormat>
  <Paragraphs>38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Tw Cen MT</vt:lpstr>
      <vt:lpstr>Tw Cen MT Condensed</vt:lpstr>
      <vt:lpstr>Wingdings 3</vt:lpstr>
      <vt:lpstr>Integral</vt:lpstr>
      <vt:lpstr>Module 21: Application Configuration</vt:lpstr>
      <vt:lpstr>Configuration Providers</vt:lpstr>
      <vt:lpstr>Configuration API</vt:lpstr>
      <vt:lpstr>Options Pattern</vt:lpstr>
      <vt:lpstr>Setting Files</vt:lpstr>
      <vt:lpstr>Order of Configuration</vt:lpstr>
      <vt:lpstr>Module 22: Logging in .NET Core</vt:lpstr>
      <vt:lpstr>Logging Configuration</vt:lpstr>
      <vt:lpstr>ILogger Interface</vt:lpstr>
      <vt:lpstr>Module 23: ASP.NET Core Web API</vt:lpstr>
      <vt:lpstr>RESTful Applications</vt:lpstr>
      <vt:lpstr>Web API Application</vt:lpstr>
      <vt:lpstr>Web Service vs Web API</vt:lpstr>
      <vt:lpstr>Middleware</vt:lpstr>
      <vt:lpstr>Application Structure</vt:lpstr>
      <vt:lpstr>Module 24: Routing in Web API</vt:lpstr>
      <vt:lpstr>Routing and Action Selection</vt:lpstr>
      <vt:lpstr>Attribute Routing</vt:lpstr>
      <vt:lpstr>Create REST API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Vikash Verma</cp:lastModifiedBy>
  <cp:revision>2</cp:revision>
  <dcterms:created xsi:type="dcterms:W3CDTF">2013-01-27T09:14:16Z</dcterms:created>
  <dcterms:modified xsi:type="dcterms:W3CDTF">2026-03-25T03:43:05Z</dcterms:modified>
  <cp:category/>
</cp:coreProperties>
</file>